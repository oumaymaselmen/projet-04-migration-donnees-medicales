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8" r:id="rId3"/>
    <p:sldId id="276" r:id="rId4"/>
    <p:sldId id="278" r:id="rId5"/>
    <p:sldId id="279" r:id="rId6"/>
    <p:sldId id="280" r:id="rId7"/>
    <p:sldId id="257" r:id="rId8"/>
    <p:sldId id="261" r:id="rId9"/>
    <p:sldId id="277" r:id="rId10"/>
    <p:sldId id="269" r:id="rId11"/>
    <p:sldId id="259" r:id="rId12"/>
    <p:sldId id="260" r:id="rId13"/>
    <p:sldId id="270" r:id="rId14"/>
    <p:sldId id="268" r:id="rId15"/>
    <p:sldId id="271" r:id="rId16"/>
    <p:sldId id="262" r:id="rId17"/>
    <p:sldId id="263" r:id="rId18"/>
    <p:sldId id="264" r:id="rId19"/>
    <p:sldId id="28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7B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E7A29E-F414-4A15-BE0D-D309BA0E0A44}" v="110" dt="2026-01-22T19:31:08.9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umayma Selmen" userId="2b25d63dd9e0eb8f" providerId="LiveId" clId="{7FB99136-C526-430D-B930-DC2125A2397C}"/>
    <pc:docChg chg="undo custSel addSld delSld modSld sldOrd">
      <pc:chgData name="Oumayma Selmen" userId="2b25d63dd9e0eb8f" providerId="LiveId" clId="{7FB99136-C526-430D-B930-DC2125A2397C}" dt="2026-01-23T15:54:19.169" v="1712" actId="1076"/>
      <pc:docMkLst>
        <pc:docMk/>
      </pc:docMkLst>
      <pc:sldChg chg="addSp delSp modSp mod">
        <pc:chgData name="Oumayma Selmen" userId="2b25d63dd9e0eb8f" providerId="LiveId" clId="{7FB99136-C526-430D-B930-DC2125A2397C}" dt="2026-01-21T13:56:27.143" v="691" actId="14100"/>
        <pc:sldMkLst>
          <pc:docMk/>
          <pc:sldMk cId="2838480319" sldId="256"/>
        </pc:sldMkLst>
        <pc:spChg chg="mod">
          <ac:chgData name="Oumayma Selmen" userId="2b25d63dd9e0eb8f" providerId="LiveId" clId="{7FB99136-C526-430D-B930-DC2125A2397C}" dt="2026-01-21T13:56:27.143" v="691" actId="14100"/>
          <ac:spMkLst>
            <pc:docMk/>
            <pc:sldMk cId="2838480319" sldId="256"/>
            <ac:spMk id="6" creationId="{2ED616D6-B09F-F58F-1DB9-D98AAE1C1851}"/>
          </ac:spMkLst>
        </pc:spChg>
        <pc:spChg chg="mod">
          <ac:chgData name="Oumayma Selmen" userId="2b25d63dd9e0eb8f" providerId="LiveId" clId="{7FB99136-C526-430D-B930-DC2125A2397C}" dt="2026-01-21T13:55:58.623" v="688" actId="26606"/>
          <ac:spMkLst>
            <pc:docMk/>
            <pc:sldMk cId="2838480319" sldId="256"/>
            <ac:spMk id="7" creationId="{6C3AFB95-0035-E184-995D-B47951273C3C}"/>
          </ac:spMkLst>
        </pc:spChg>
        <pc:spChg chg="add">
          <ac:chgData name="Oumayma Selmen" userId="2b25d63dd9e0eb8f" providerId="LiveId" clId="{7FB99136-C526-430D-B930-DC2125A2397C}" dt="2026-01-21T13:55:58.623" v="688" actId="26606"/>
          <ac:spMkLst>
            <pc:docMk/>
            <pc:sldMk cId="2838480319" sldId="256"/>
            <ac:spMk id="31" creationId="{ECC07320-C2CA-4E29-8481-9D9E143C7788}"/>
          </ac:spMkLst>
        </pc:spChg>
        <pc:spChg chg="add">
          <ac:chgData name="Oumayma Selmen" userId="2b25d63dd9e0eb8f" providerId="LiveId" clId="{7FB99136-C526-430D-B930-DC2125A2397C}" dt="2026-01-21T13:55:58.623" v="688" actId="26606"/>
          <ac:spMkLst>
            <pc:docMk/>
            <pc:sldMk cId="2838480319" sldId="256"/>
            <ac:spMk id="32" creationId="{178FB36B-5BFE-42CA-BC60-1115E0D95EEC}"/>
          </ac:spMkLst>
        </pc:spChg>
        <pc:picChg chg="mod ord">
          <ac:chgData name="Oumayma Selmen" userId="2b25d63dd9e0eb8f" providerId="LiveId" clId="{7FB99136-C526-430D-B930-DC2125A2397C}" dt="2026-01-21T13:56:11.998" v="689" actId="1076"/>
          <ac:picMkLst>
            <pc:docMk/>
            <pc:sldMk cId="2838480319" sldId="256"/>
            <ac:picMk id="5" creationId="{7596DC4E-24DB-C015-35EC-C4E3D4C23C1D}"/>
          </ac:picMkLst>
        </pc:picChg>
      </pc:sldChg>
      <pc:sldChg chg="addSp delSp modSp mod">
        <pc:chgData name="Oumayma Selmen" userId="2b25d63dd9e0eb8f" providerId="LiveId" clId="{7FB99136-C526-430D-B930-DC2125A2397C}" dt="2026-01-23T15:54:19.169" v="1712" actId="1076"/>
        <pc:sldMkLst>
          <pc:docMk/>
          <pc:sldMk cId="357650641" sldId="257"/>
        </pc:sldMkLst>
        <pc:spChg chg="mod">
          <ac:chgData name="Oumayma Selmen" userId="2b25d63dd9e0eb8f" providerId="LiveId" clId="{7FB99136-C526-430D-B930-DC2125A2397C}" dt="2026-01-21T15:41:52.783" v="941" actId="12"/>
          <ac:spMkLst>
            <pc:docMk/>
            <pc:sldMk cId="357650641" sldId="257"/>
            <ac:spMk id="3" creationId="{3D590EB0-917D-E077-D2D7-0B5A9F91BEFA}"/>
          </ac:spMkLst>
        </pc:spChg>
        <pc:spChg chg="mod topLvl">
          <ac:chgData name="Oumayma Selmen" userId="2b25d63dd9e0eb8f" providerId="LiveId" clId="{7FB99136-C526-430D-B930-DC2125A2397C}" dt="2026-01-22T19:31:54.417" v="1614" actId="1076"/>
          <ac:spMkLst>
            <pc:docMk/>
            <pc:sldMk cId="357650641" sldId="257"/>
            <ac:spMk id="6" creationId="{883127CC-7021-7ABA-15FC-24859DFE79DB}"/>
          </ac:spMkLst>
        </pc:spChg>
        <pc:spChg chg="add mod">
          <ac:chgData name="Oumayma Selmen" userId="2b25d63dd9e0eb8f" providerId="LiveId" clId="{7FB99136-C526-430D-B930-DC2125A2397C}" dt="2026-01-23T15:54:19.169" v="1712" actId="1076"/>
          <ac:spMkLst>
            <pc:docMk/>
            <pc:sldMk cId="357650641" sldId="257"/>
            <ac:spMk id="7" creationId="{683FCFEF-BA68-3F74-69AB-552DFA32A848}"/>
          </ac:spMkLst>
        </pc:spChg>
        <pc:spChg chg="mod topLvl">
          <ac:chgData name="Oumayma Selmen" userId="2b25d63dd9e0eb8f" providerId="LiveId" clId="{7FB99136-C526-430D-B930-DC2125A2397C}" dt="2026-01-22T19:31:54.417" v="1614" actId="1076"/>
          <ac:spMkLst>
            <pc:docMk/>
            <pc:sldMk cId="357650641" sldId="257"/>
            <ac:spMk id="9" creationId="{A5C3B0C0-66C7-DFD7-F241-28D2AED43A0A}"/>
          </ac:spMkLst>
        </pc:spChg>
        <pc:spChg chg="mod">
          <ac:chgData name="Oumayma Selmen" userId="2b25d63dd9e0eb8f" providerId="LiveId" clId="{7FB99136-C526-430D-B930-DC2125A2397C}" dt="2026-01-22T19:32:25.339" v="1617" actId="1076"/>
          <ac:spMkLst>
            <pc:docMk/>
            <pc:sldMk cId="357650641" sldId="257"/>
            <ac:spMk id="11" creationId="{6909F1D4-0C29-5389-BD40-0560711584D9}"/>
          </ac:spMkLst>
        </pc:spChg>
        <pc:spChg chg="mod topLvl">
          <ac:chgData name="Oumayma Selmen" userId="2b25d63dd9e0eb8f" providerId="LiveId" clId="{7FB99136-C526-430D-B930-DC2125A2397C}" dt="2026-01-22T19:32:25.339" v="1617" actId="1076"/>
          <ac:spMkLst>
            <pc:docMk/>
            <pc:sldMk cId="357650641" sldId="257"/>
            <ac:spMk id="12" creationId="{B39E55DC-39D7-7C64-923A-1877E19446B4}"/>
          </ac:spMkLst>
        </pc:spChg>
        <pc:spChg chg="mod topLvl">
          <ac:chgData name="Oumayma Selmen" userId="2b25d63dd9e0eb8f" providerId="LiveId" clId="{7FB99136-C526-430D-B930-DC2125A2397C}" dt="2026-01-22T19:32:25.339" v="1617" actId="1076"/>
          <ac:spMkLst>
            <pc:docMk/>
            <pc:sldMk cId="357650641" sldId="257"/>
            <ac:spMk id="14" creationId="{EA69ACDA-B72D-B3B6-6CFF-E89382FEF9C1}"/>
          </ac:spMkLst>
        </pc:spChg>
        <pc:spChg chg="add del mod topLvl">
          <ac:chgData name="Oumayma Selmen" userId="2b25d63dd9e0eb8f" providerId="LiveId" clId="{7FB99136-C526-430D-B930-DC2125A2397C}" dt="2026-01-22T19:32:25.339" v="1617" actId="1076"/>
          <ac:spMkLst>
            <pc:docMk/>
            <pc:sldMk cId="357650641" sldId="257"/>
            <ac:spMk id="15" creationId="{1043595E-6566-CBC1-500E-0D9BC2200102}"/>
          </ac:spMkLst>
        </pc:spChg>
        <pc:spChg chg="del mod">
          <ac:chgData name="Oumayma Selmen" userId="2b25d63dd9e0eb8f" providerId="LiveId" clId="{7FB99136-C526-430D-B930-DC2125A2397C}" dt="2026-01-22T19:30:21.976" v="1599" actId="478"/>
          <ac:spMkLst>
            <pc:docMk/>
            <pc:sldMk cId="357650641" sldId="257"/>
            <ac:spMk id="16" creationId="{1ABFE834-8AC4-0713-AAEB-DCCC4B020F75}"/>
          </ac:spMkLst>
        </pc:spChg>
        <pc:spChg chg="del mod topLvl">
          <ac:chgData name="Oumayma Selmen" userId="2b25d63dd9e0eb8f" providerId="LiveId" clId="{7FB99136-C526-430D-B930-DC2125A2397C}" dt="2026-01-22T19:30:27.858" v="1601" actId="478"/>
          <ac:spMkLst>
            <pc:docMk/>
            <pc:sldMk cId="357650641" sldId="257"/>
            <ac:spMk id="17" creationId="{2F29B078-65E2-F9EB-AF95-A022D3FD42DF}"/>
          </ac:spMkLst>
        </pc:spChg>
        <pc:spChg chg="del mod topLvl">
          <ac:chgData name="Oumayma Selmen" userId="2b25d63dd9e0eb8f" providerId="LiveId" clId="{7FB99136-C526-430D-B930-DC2125A2397C}" dt="2026-01-22T19:30:25.755" v="1600" actId="478"/>
          <ac:spMkLst>
            <pc:docMk/>
            <pc:sldMk cId="357650641" sldId="257"/>
            <ac:spMk id="19" creationId="{EC9A42FA-E3A7-C3E2-AF81-3466D193CD99}"/>
          </ac:spMkLst>
        </pc:spChg>
        <pc:spChg chg="del mod topLvl">
          <ac:chgData name="Oumayma Selmen" userId="2b25d63dd9e0eb8f" providerId="LiveId" clId="{7FB99136-C526-430D-B930-DC2125A2397C}" dt="2026-01-22T19:32:07.038" v="1615" actId="478"/>
          <ac:spMkLst>
            <pc:docMk/>
            <pc:sldMk cId="357650641" sldId="257"/>
            <ac:spMk id="20" creationId="{5D9034FE-A665-FC2E-B2E9-CC071433C40A}"/>
          </ac:spMkLst>
        </pc:spChg>
        <pc:spChg chg="add mod">
          <ac:chgData name="Oumayma Selmen" userId="2b25d63dd9e0eb8f" providerId="LiveId" clId="{7FB99136-C526-430D-B930-DC2125A2397C}" dt="2026-01-12T22:56:58.060" v="473" actId="164"/>
          <ac:spMkLst>
            <pc:docMk/>
            <pc:sldMk cId="357650641" sldId="257"/>
            <ac:spMk id="21" creationId="{49A3BC47-C44B-6CFB-6299-456EE8F88166}"/>
          </ac:spMkLst>
        </pc:spChg>
        <pc:spChg chg="add mod">
          <ac:chgData name="Oumayma Selmen" userId="2b25d63dd9e0eb8f" providerId="LiveId" clId="{7FB99136-C526-430D-B930-DC2125A2397C}" dt="2026-01-22T19:32:25.339" v="1617" actId="1076"/>
          <ac:spMkLst>
            <pc:docMk/>
            <pc:sldMk cId="357650641" sldId="257"/>
            <ac:spMk id="24" creationId="{6869F052-1937-8014-0EF2-FBCE1A4F9F95}"/>
          </ac:spMkLst>
        </pc:spChg>
        <pc:spChg chg="add del mod">
          <ac:chgData name="Oumayma Selmen" userId="2b25d63dd9e0eb8f" providerId="LiveId" clId="{7FB99136-C526-430D-B930-DC2125A2397C}" dt="2026-01-22T19:30:31.084" v="1602" actId="478"/>
          <ac:spMkLst>
            <pc:docMk/>
            <pc:sldMk cId="357650641" sldId="257"/>
            <ac:spMk id="26" creationId="{1984206E-5F46-982F-7059-BC1B3E8A15B6}"/>
          </ac:spMkLst>
        </pc:spChg>
        <pc:spChg chg="add mod">
          <ac:chgData name="Oumayma Selmen" userId="2b25d63dd9e0eb8f" providerId="LiveId" clId="{7FB99136-C526-430D-B930-DC2125A2397C}" dt="2026-01-21T19:22:04.361" v="1000" actId="14100"/>
          <ac:spMkLst>
            <pc:docMk/>
            <pc:sldMk cId="357650641" sldId="257"/>
            <ac:spMk id="28" creationId="{34D368AA-9499-CE84-5D4F-8C2D69F6A1E5}"/>
          </ac:spMkLst>
        </pc:spChg>
        <pc:grpChg chg="add mod">
          <ac:chgData name="Oumayma Selmen" userId="2b25d63dd9e0eb8f" providerId="LiveId" clId="{7FB99136-C526-430D-B930-DC2125A2397C}" dt="2026-01-22T19:31:08.915" v="1612" actId="164"/>
          <ac:grpSpMkLst>
            <pc:docMk/>
            <pc:sldMk cId="357650641" sldId="257"/>
            <ac:grpSpMk id="4" creationId="{5B9D00EC-82FD-1A1A-FDDE-D07F871D9C92}"/>
          </ac:grpSpMkLst>
        </pc:grpChg>
        <pc:grpChg chg="add mod">
          <ac:chgData name="Oumayma Selmen" userId="2b25d63dd9e0eb8f" providerId="LiveId" clId="{7FB99136-C526-430D-B930-DC2125A2397C}" dt="2026-01-22T19:31:54.417" v="1614" actId="1076"/>
          <ac:grpSpMkLst>
            <pc:docMk/>
            <pc:sldMk cId="357650641" sldId="257"/>
            <ac:grpSpMk id="23" creationId="{F9B8BD8A-3C19-E9E4-5D6D-472976D4D7D7}"/>
          </ac:grpSpMkLst>
        </pc:grpChg>
        <pc:picChg chg="mod">
          <ac:chgData name="Oumayma Selmen" userId="2b25d63dd9e0eb8f" providerId="LiveId" clId="{7FB99136-C526-430D-B930-DC2125A2397C}" dt="2026-01-22T19:32:25.339" v="1617" actId="1076"/>
          <ac:picMkLst>
            <pc:docMk/>
            <pc:sldMk cId="357650641" sldId="257"/>
            <ac:picMk id="13" creationId="{AAF02A97-205C-AD04-B3B7-21EEB442A04C}"/>
          </ac:picMkLst>
        </pc:picChg>
        <pc:picChg chg="del mod">
          <ac:chgData name="Oumayma Selmen" userId="2b25d63dd9e0eb8f" providerId="LiveId" clId="{7FB99136-C526-430D-B930-DC2125A2397C}" dt="2026-01-22T19:32:14.242" v="1616" actId="478"/>
          <ac:picMkLst>
            <pc:docMk/>
            <pc:sldMk cId="357650641" sldId="257"/>
            <ac:picMk id="18" creationId="{D61CAA9C-4CA3-B151-4125-2C8AA6357FF0}"/>
          </ac:picMkLst>
        </pc:picChg>
        <pc:picChg chg="add mod">
          <ac:chgData name="Oumayma Selmen" userId="2b25d63dd9e0eb8f" providerId="LiveId" clId="{7FB99136-C526-430D-B930-DC2125A2397C}" dt="2026-01-12T22:56:58.060" v="473" actId="164"/>
          <ac:picMkLst>
            <pc:docMk/>
            <pc:sldMk cId="357650641" sldId="257"/>
            <ac:picMk id="22" creationId="{C92AC91D-B884-C289-B37B-4A1FB29FD44A}"/>
          </ac:picMkLst>
        </pc:picChg>
      </pc:sldChg>
      <pc:sldChg chg="addSp delSp modSp mod">
        <pc:chgData name="Oumayma Selmen" userId="2b25d63dd9e0eb8f" providerId="LiveId" clId="{7FB99136-C526-430D-B930-DC2125A2397C}" dt="2026-01-22T19:08:20.481" v="1470" actId="12"/>
        <pc:sldMkLst>
          <pc:docMk/>
          <pc:sldMk cId="2505394381" sldId="258"/>
        </pc:sldMkLst>
        <pc:spChg chg="mod">
          <ac:chgData name="Oumayma Selmen" userId="2b25d63dd9e0eb8f" providerId="LiveId" clId="{7FB99136-C526-430D-B930-DC2125A2397C}" dt="2026-01-21T14:23:26.368" v="778" actId="14100"/>
          <ac:spMkLst>
            <pc:docMk/>
            <pc:sldMk cId="2505394381" sldId="258"/>
            <ac:spMk id="4" creationId="{5A045BE8-524D-E798-97F0-E1D2A7CD13BB}"/>
          </ac:spMkLst>
        </pc:spChg>
        <pc:spChg chg="add mod">
          <ac:chgData name="Oumayma Selmen" userId="2b25d63dd9e0eb8f" providerId="LiveId" clId="{7FB99136-C526-430D-B930-DC2125A2397C}" dt="2026-01-22T19:08:20.481" v="1470" actId="12"/>
          <ac:spMkLst>
            <pc:docMk/>
            <pc:sldMk cId="2505394381" sldId="258"/>
            <ac:spMk id="36" creationId="{00000000-0000-0000-0000-000000000000}"/>
          </ac:spMkLst>
        </pc:spChg>
        <pc:spChg chg="mod">
          <ac:chgData name="Oumayma Selmen" userId="2b25d63dd9e0eb8f" providerId="LiveId" clId="{7FB99136-C526-430D-B930-DC2125A2397C}" dt="2026-01-21T14:07:27.246" v="724" actId="14100"/>
          <ac:spMkLst>
            <pc:docMk/>
            <pc:sldMk cId="2505394381" sldId="258"/>
            <ac:spMk id="38" creationId="{00000000-0000-0000-0000-000000000000}"/>
          </ac:spMkLst>
        </pc:spChg>
        <pc:spChg chg="mod">
          <ac:chgData name="Oumayma Selmen" userId="2b25d63dd9e0eb8f" providerId="LiveId" clId="{7FB99136-C526-430D-B930-DC2125A2397C}" dt="2026-01-21T14:07:34.351" v="725" actId="123"/>
          <ac:spMkLst>
            <pc:docMk/>
            <pc:sldMk cId="2505394381" sldId="258"/>
            <ac:spMk id="41" creationId="{00000000-0000-0000-0000-000000000000}"/>
          </ac:spMkLst>
        </pc:spChg>
        <pc:grpChg chg="add mod">
          <ac:chgData name="Oumayma Selmen" userId="2b25d63dd9e0eb8f" providerId="LiveId" clId="{7FB99136-C526-430D-B930-DC2125A2397C}" dt="2026-01-21T14:06:54.477" v="720" actId="1076"/>
          <ac:grpSpMkLst>
            <pc:docMk/>
            <pc:sldMk cId="2505394381" sldId="258"/>
            <ac:grpSpMk id="37" creationId="{70887A4E-1186-0716-E8E7-0E9F5719A61B}"/>
          </ac:grpSpMkLst>
        </pc:grpChg>
        <pc:grpChg chg="mod">
          <ac:chgData name="Oumayma Selmen" userId="2b25d63dd9e0eb8f" providerId="LiveId" clId="{7FB99136-C526-430D-B930-DC2125A2397C}" dt="2026-01-12T21:58:57.156" v="341"/>
          <ac:grpSpMkLst>
            <pc:docMk/>
            <pc:sldMk cId="2505394381" sldId="258"/>
            <ac:grpSpMk id="39" creationId="{5C9B2BE7-9F77-0345-46E2-FAE542A86069}"/>
          </ac:grpSpMkLst>
        </pc:grpChg>
        <pc:picChg chg="mod">
          <ac:chgData name="Oumayma Selmen" userId="2b25d63dd9e0eb8f" providerId="LiveId" clId="{7FB99136-C526-430D-B930-DC2125A2397C}" dt="2026-01-21T14:23:30.842" v="779" actId="14100"/>
          <ac:picMkLst>
            <pc:docMk/>
            <pc:sldMk cId="2505394381" sldId="258"/>
            <ac:picMk id="14" creationId="{E6DCB72A-383B-2F8B-7D9A-F02A58B03EF6}"/>
          </ac:picMkLst>
        </pc:picChg>
        <pc:picChg chg="mod">
          <ac:chgData name="Oumayma Selmen" userId="2b25d63dd9e0eb8f" providerId="LiveId" clId="{7FB99136-C526-430D-B930-DC2125A2397C}" dt="2026-01-12T21:58:57.156" v="341"/>
          <ac:picMkLst>
            <pc:docMk/>
            <pc:sldMk cId="2505394381" sldId="258"/>
            <ac:picMk id="40" creationId="{00000000-0000-0000-0000-000000000000}"/>
          </ac:picMkLst>
        </pc:picChg>
      </pc:sldChg>
      <pc:sldChg chg="addSp delSp modSp mod">
        <pc:chgData name="Oumayma Selmen" userId="2b25d63dd9e0eb8f" providerId="LiveId" clId="{7FB99136-C526-430D-B930-DC2125A2397C}" dt="2026-01-22T19:59:33.923" v="1700" actId="123"/>
        <pc:sldMkLst>
          <pc:docMk/>
          <pc:sldMk cId="1956360399" sldId="259"/>
        </pc:sldMkLst>
        <pc:spChg chg="mod">
          <ac:chgData name="Oumayma Selmen" userId="2b25d63dd9e0eb8f" providerId="LiveId" clId="{7FB99136-C526-430D-B930-DC2125A2397C}" dt="2026-01-21T20:12:31.149" v="1132" actId="1076"/>
          <ac:spMkLst>
            <pc:docMk/>
            <pc:sldMk cId="1956360399" sldId="259"/>
            <ac:spMk id="4" creationId="{CC826F25-7D14-D75C-3766-2B28AAA44D8C}"/>
          </ac:spMkLst>
        </pc:spChg>
        <pc:spChg chg="add mod">
          <ac:chgData name="Oumayma Selmen" userId="2b25d63dd9e0eb8f" providerId="LiveId" clId="{7FB99136-C526-430D-B930-DC2125A2397C}" dt="2026-01-22T19:59:33.923" v="1700" actId="123"/>
          <ac:spMkLst>
            <pc:docMk/>
            <pc:sldMk cId="1956360399" sldId="259"/>
            <ac:spMk id="10" creationId="{77721112-0DE7-FA49-A8E4-80DD13BD725A}"/>
          </ac:spMkLst>
        </pc:spChg>
        <pc:spChg chg="add mod">
          <ac:chgData name="Oumayma Selmen" userId="2b25d63dd9e0eb8f" providerId="LiveId" clId="{7FB99136-C526-430D-B930-DC2125A2397C}" dt="2026-01-21T21:16:54.597" v="1192" actId="1076"/>
          <ac:spMkLst>
            <pc:docMk/>
            <pc:sldMk cId="1956360399" sldId="259"/>
            <ac:spMk id="12" creationId="{C0E0D5B9-F89A-37D6-B0E7-01D6D6478403}"/>
          </ac:spMkLst>
        </pc:spChg>
      </pc:sldChg>
      <pc:sldChg chg="addSp delSp modSp mod">
        <pc:chgData name="Oumayma Selmen" userId="2b25d63dd9e0eb8f" providerId="LiveId" clId="{7FB99136-C526-430D-B930-DC2125A2397C}" dt="2026-01-22T19:59:24.207" v="1699" actId="123"/>
        <pc:sldMkLst>
          <pc:docMk/>
          <pc:sldMk cId="1018167809" sldId="260"/>
        </pc:sldMkLst>
        <pc:spChg chg="add mod">
          <ac:chgData name="Oumayma Selmen" userId="2b25d63dd9e0eb8f" providerId="LiveId" clId="{7FB99136-C526-430D-B930-DC2125A2397C}" dt="2026-01-22T19:57:37.990" v="1687" actId="14100"/>
          <ac:spMkLst>
            <pc:docMk/>
            <pc:sldMk cId="1018167809" sldId="260"/>
            <ac:spMk id="9" creationId="{D559DA63-2981-2951-149F-6740E84AD833}"/>
          </ac:spMkLst>
        </pc:spChg>
        <pc:spChg chg="add mod">
          <ac:chgData name="Oumayma Selmen" userId="2b25d63dd9e0eb8f" providerId="LiveId" clId="{7FB99136-C526-430D-B930-DC2125A2397C}" dt="2026-01-22T19:44:18.310" v="1653" actId="1076"/>
          <ac:spMkLst>
            <pc:docMk/>
            <pc:sldMk cId="1018167809" sldId="260"/>
            <ac:spMk id="11" creationId="{07B5F576-06F7-C053-040C-DE4BF770F4EF}"/>
          </ac:spMkLst>
        </pc:spChg>
        <pc:spChg chg="add mod">
          <ac:chgData name="Oumayma Selmen" userId="2b25d63dd9e0eb8f" providerId="LiveId" clId="{7FB99136-C526-430D-B930-DC2125A2397C}" dt="2026-01-22T19:59:24.207" v="1699" actId="123"/>
          <ac:spMkLst>
            <pc:docMk/>
            <pc:sldMk cId="1018167809" sldId="260"/>
            <ac:spMk id="13" creationId="{55C3D145-31AA-6812-6888-9D8704F221D6}"/>
          </ac:spMkLst>
        </pc:spChg>
        <pc:picChg chg="mod">
          <ac:chgData name="Oumayma Selmen" userId="2b25d63dd9e0eb8f" providerId="LiveId" clId="{7FB99136-C526-430D-B930-DC2125A2397C}" dt="2026-01-21T21:32:25.763" v="1241" actId="1440"/>
          <ac:picMkLst>
            <pc:docMk/>
            <pc:sldMk cId="1018167809" sldId="260"/>
            <ac:picMk id="2" creationId="{15FF5E82-1EA0-607F-1151-B3DD02B850F2}"/>
          </ac:picMkLst>
        </pc:picChg>
      </pc:sldChg>
      <pc:sldChg chg="addSp delSp modSp mod ord">
        <pc:chgData name="Oumayma Selmen" userId="2b25d63dd9e0eb8f" providerId="LiveId" clId="{7FB99136-C526-430D-B930-DC2125A2397C}" dt="2026-01-22T20:01:04.291" v="1709" actId="123"/>
        <pc:sldMkLst>
          <pc:docMk/>
          <pc:sldMk cId="4186458498" sldId="261"/>
        </pc:sldMkLst>
        <pc:spChg chg="mod">
          <ac:chgData name="Oumayma Selmen" userId="2b25d63dd9e0eb8f" providerId="LiveId" clId="{7FB99136-C526-430D-B930-DC2125A2397C}" dt="2026-01-21T19:31:54.320" v="1033" actId="14100"/>
          <ac:spMkLst>
            <pc:docMk/>
            <pc:sldMk cId="4186458498" sldId="261"/>
            <ac:spMk id="2" creationId="{7F28F2D4-C8D3-9CDE-F6AD-108EDC0EEED7}"/>
          </ac:spMkLst>
        </pc:spChg>
        <pc:spChg chg="mod topLvl">
          <ac:chgData name="Oumayma Selmen" userId="2b25d63dd9e0eb8f" providerId="LiveId" clId="{7FB99136-C526-430D-B930-DC2125A2397C}" dt="2026-01-22T19:40:02.106" v="1644" actId="20577"/>
          <ac:spMkLst>
            <pc:docMk/>
            <pc:sldMk cId="4186458498" sldId="261"/>
            <ac:spMk id="7" creationId="{4BBE260C-5EE3-7D56-D463-2D77918BBD7B}"/>
          </ac:spMkLst>
        </pc:spChg>
        <pc:spChg chg="mod topLvl">
          <ac:chgData name="Oumayma Selmen" userId="2b25d63dd9e0eb8f" providerId="LiveId" clId="{7FB99136-C526-430D-B930-DC2125A2397C}" dt="2026-01-21T19:32:31.429" v="1037" actId="1076"/>
          <ac:spMkLst>
            <pc:docMk/>
            <pc:sldMk cId="4186458498" sldId="261"/>
            <ac:spMk id="8" creationId="{7858073C-B56B-2E17-08E9-03AE1D81349D}"/>
          </ac:spMkLst>
        </pc:spChg>
        <pc:spChg chg="add mod">
          <ac:chgData name="Oumayma Selmen" userId="2b25d63dd9e0eb8f" providerId="LiveId" clId="{7FB99136-C526-430D-B930-DC2125A2397C}" dt="2026-01-22T20:01:04.291" v="1709" actId="123"/>
          <ac:spMkLst>
            <pc:docMk/>
            <pc:sldMk cId="4186458498" sldId="261"/>
            <ac:spMk id="11" creationId="{BC765B7A-35D8-0C80-C3A8-EFF72019DC0F}"/>
          </ac:spMkLst>
        </pc:spChg>
        <pc:spChg chg="add mod">
          <ac:chgData name="Oumayma Selmen" userId="2b25d63dd9e0eb8f" providerId="LiveId" clId="{7FB99136-C526-430D-B930-DC2125A2397C}" dt="2026-01-22T20:00:39.797" v="1708" actId="2710"/>
          <ac:spMkLst>
            <pc:docMk/>
            <pc:sldMk cId="4186458498" sldId="261"/>
            <ac:spMk id="13" creationId="{E2A15EB7-186A-0E01-792E-7C66E46D41EA}"/>
          </ac:spMkLst>
        </pc:spChg>
        <pc:picChg chg="mod">
          <ac:chgData name="Oumayma Selmen" userId="2b25d63dd9e0eb8f" providerId="LiveId" clId="{7FB99136-C526-430D-B930-DC2125A2397C}" dt="2026-01-21T19:31:44.891" v="1032" actId="14100"/>
          <ac:picMkLst>
            <pc:docMk/>
            <pc:sldMk cId="4186458498" sldId="261"/>
            <ac:picMk id="3" creationId="{5A364A89-C0B3-0C6A-67E9-FE6B2DB2D706}"/>
          </ac:picMkLst>
        </pc:picChg>
        <pc:picChg chg="mod topLvl">
          <ac:chgData name="Oumayma Selmen" userId="2b25d63dd9e0eb8f" providerId="LiveId" clId="{7FB99136-C526-430D-B930-DC2125A2397C}" dt="2026-01-21T19:34:46.504" v="1048" actId="1076"/>
          <ac:picMkLst>
            <pc:docMk/>
            <pc:sldMk cId="4186458498" sldId="261"/>
            <ac:picMk id="6" creationId="{7C26F292-C28A-B699-578F-7345C6FD7A7F}"/>
          </ac:picMkLst>
        </pc:picChg>
      </pc:sldChg>
      <pc:sldChg chg="addSp delSp modSp mod">
        <pc:chgData name="Oumayma Selmen" userId="2b25d63dd9e0eb8f" providerId="LiveId" clId="{7FB99136-C526-430D-B930-DC2125A2397C}" dt="2026-01-22T20:01:52.562" v="1710" actId="2710"/>
        <pc:sldMkLst>
          <pc:docMk/>
          <pc:sldMk cId="470285743" sldId="262"/>
        </pc:sldMkLst>
        <pc:spChg chg="add mod">
          <ac:chgData name="Oumayma Selmen" userId="2b25d63dd9e0eb8f" providerId="LiveId" clId="{7FB99136-C526-430D-B930-DC2125A2397C}" dt="2026-01-22T12:47:36.884" v="1378" actId="14100"/>
          <ac:spMkLst>
            <pc:docMk/>
            <pc:sldMk cId="470285743" sldId="262"/>
            <ac:spMk id="3" creationId="{7D8A704D-6496-05C0-2DCD-5965C14CD642}"/>
          </ac:spMkLst>
        </pc:spChg>
        <pc:spChg chg="add">
          <ac:chgData name="Oumayma Selmen" userId="2b25d63dd9e0eb8f" providerId="LiveId" clId="{7FB99136-C526-430D-B930-DC2125A2397C}" dt="2026-01-22T12:39:41.644" v="1350"/>
          <ac:spMkLst>
            <pc:docMk/>
            <pc:sldMk cId="470285743" sldId="262"/>
            <ac:spMk id="4" creationId="{8A558FC5-E183-78E9-CEDA-21640810CFF6}"/>
          </ac:spMkLst>
        </pc:spChg>
        <pc:spChg chg="add mod">
          <ac:chgData name="Oumayma Selmen" userId="2b25d63dd9e0eb8f" providerId="LiveId" clId="{7FB99136-C526-430D-B930-DC2125A2397C}" dt="2026-01-12T23:09:27.747" v="557" actId="164"/>
          <ac:spMkLst>
            <pc:docMk/>
            <pc:sldMk cId="470285743" sldId="262"/>
            <ac:spMk id="6" creationId="{1C28422A-8B98-2191-B315-56ADFA782C43}"/>
          </ac:spMkLst>
        </pc:spChg>
        <pc:spChg chg="add mod">
          <ac:chgData name="Oumayma Selmen" userId="2b25d63dd9e0eb8f" providerId="LiveId" clId="{7FB99136-C526-430D-B930-DC2125A2397C}" dt="2026-01-12T23:09:27.747" v="557" actId="164"/>
          <ac:spMkLst>
            <pc:docMk/>
            <pc:sldMk cId="470285743" sldId="262"/>
            <ac:spMk id="7" creationId="{F5DCDE5F-D3A3-3C68-F474-9E6C4B00AD4E}"/>
          </ac:spMkLst>
        </pc:spChg>
        <pc:spChg chg="add del mod">
          <ac:chgData name="Oumayma Selmen" userId="2b25d63dd9e0eb8f" providerId="LiveId" clId="{7FB99136-C526-430D-B930-DC2125A2397C}" dt="2026-01-22T12:39:41.110" v="1349" actId="478"/>
          <ac:spMkLst>
            <pc:docMk/>
            <pc:sldMk cId="470285743" sldId="262"/>
            <ac:spMk id="9" creationId="{CBB5A388-8D09-49BC-7D2B-8AE26123FC59}"/>
          </ac:spMkLst>
        </pc:spChg>
        <pc:spChg chg="add">
          <ac:chgData name="Oumayma Selmen" userId="2b25d63dd9e0eb8f" providerId="LiveId" clId="{7FB99136-C526-430D-B930-DC2125A2397C}" dt="2026-01-22T12:39:46.109" v="1351"/>
          <ac:spMkLst>
            <pc:docMk/>
            <pc:sldMk cId="470285743" sldId="262"/>
            <ac:spMk id="10" creationId="{19F7439F-7E2F-3E37-1785-72AAB7C625A7}"/>
          </ac:spMkLst>
        </pc:spChg>
        <pc:spChg chg="add mod">
          <ac:chgData name="Oumayma Selmen" userId="2b25d63dd9e0eb8f" providerId="LiveId" clId="{7FB99136-C526-430D-B930-DC2125A2397C}" dt="2026-01-22T20:01:52.562" v="1710" actId="2710"/>
          <ac:spMkLst>
            <pc:docMk/>
            <pc:sldMk cId="470285743" sldId="262"/>
            <ac:spMk id="12" creationId="{8F439750-3566-F532-ABCB-74FDA50DCC06}"/>
          </ac:spMkLst>
        </pc:spChg>
        <pc:spChg chg="add mod">
          <ac:chgData name="Oumayma Selmen" userId="2b25d63dd9e0eb8f" providerId="LiveId" clId="{7FB99136-C526-430D-B930-DC2125A2397C}" dt="2026-01-22T12:47:49.492" v="1379" actId="1076"/>
          <ac:spMkLst>
            <pc:docMk/>
            <pc:sldMk cId="470285743" sldId="262"/>
            <ac:spMk id="14" creationId="{B32F3EAC-6E58-3A1C-C7CB-931982D0C8A7}"/>
          </ac:spMkLst>
        </pc:spChg>
        <pc:grpChg chg="add mod">
          <ac:chgData name="Oumayma Selmen" userId="2b25d63dd9e0eb8f" providerId="LiveId" clId="{7FB99136-C526-430D-B930-DC2125A2397C}" dt="2026-01-22T19:53:11.965" v="1668" actId="14100"/>
          <ac:grpSpMkLst>
            <pc:docMk/>
            <pc:sldMk cId="470285743" sldId="262"/>
            <ac:grpSpMk id="8" creationId="{12CE422A-FB4B-54AC-CAE8-8FB1A5CBEA2C}"/>
          </ac:grpSpMkLst>
        </pc:grpChg>
        <pc:picChg chg="add mod">
          <ac:chgData name="Oumayma Selmen" userId="2b25d63dd9e0eb8f" providerId="LiveId" clId="{7FB99136-C526-430D-B930-DC2125A2397C}" dt="2026-01-12T23:09:27.747" v="557" actId="164"/>
          <ac:picMkLst>
            <pc:docMk/>
            <pc:sldMk cId="470285743" sldId="262"/>
            <ac:picMk id="5" creationId="{D685F1E5-A28A-98BA-6479-0B6962E57E7C}"/>
          </ac:picMkLst>
        </pc:picChg>
      </pc:sldChg>
      <pc:sldChg chg="addSp delSp modSp mod">
        <pc:chgData name="Oumayma Selmen" userId="2b25d63dd9e0eb8f" providerId="LiveId" clId="{7FB99136-C526-430D-B930-DC2125A2397C}" dt="2026-01-22T20:02:05.793" v="1711" actId="1076"/>
        <pc:sldMkLst>
          <pc:docMk/>
          <pc:sldMk cId="560283142" sldId="263"/>
        </pc:sldMkLst>
        <pc:spChg chg="add del mod">
          <ac:chgData name="Oumayma Selmen" userId="2b25d63dd9e0eb8f" providerId="LiveId" clId="{7FB99136-C526-430D-B930-DC2125A2397C}" dt="2026-01-22T12:50:17.169" v="1380" actId="478"/>
          <ac:spMkLst>
            <pc:docMk/>
            <pc:sldMk cId="560283142" sldId="263"/>
            <ac:spMk id="2" creationId="{F3903FA1-EA56-A19C-98BE-1D1192F5797C}"/>
          </ac:spMkLst>
        </pc:spChg>
        <pc:spChg chg="add del mod">
          <ac:chgData name="Oumayma Selmen" userId="2b25d63dd9e0eb8f" providerId="LiveId" clId="{7FB99136-C526-430D-B930-DC2125A2397C}" dt="2026-01-22T12:50:52.938" v="1384" actId="478"/>
          <ac:spMkLst>
            <pc:docMk/>
            <pc:sldMk cId="560283142" sldId="263"/>
            <ac:spMk id="4" creationId="{8C8EBEC0-B9F1-C625-AF59-54DCABC907E9}"/>
          </ac:spMkLst>
        </pc:spChg>
        <pc:spChg chg="add mod">
          <ac:chgData name="Oumayma Selmen" userId="2b25d63dd9e0eb8f" providerId="LiveId" clId="{7FB99136-C526-430D-B930-DC2125A2397C}" dt="2026-01-22T13:07:58.922" v="1411" actId="1076"/>
          <ac:spMkLst>
            <pc:docMk/>
            <pc:sldMk cId="560283142" sldId="263"/>
            <ac:spMk id="7" creationId="{58B1C7D2-B3FC-5339-92C4-49F7C692B7D9}"/>
          </ac:spMkLst>
        </pc:spChg>
        <pc:spChg chg="add del mod">
          <ac:chgData name="Oumayma Selmen" userId="2b25d63dd9e0eb8f" providerId="LiveId" clId="{7FB99136-C526-430D-B930-DC2125A2397C}" dt="2026-01-22T13:07:02.263" v="1400" actId="478"/>
          <ac:spMkLst>
            <pc:docMk/>
            <pc:sldMk cId="560283142" sldId="263"/>
            <ac:spMk id="8" creationId="{BDFF2869-4FC8-3CF1-E233-1D969AA7184C}"/>
          </ac:spMkLst>
        </pc:spChg>
        <pc:spChg chg="add">
          <ac:chgData name="Oumayma Selmen" userId="2b25d63dd9e0eb8f" providerId="LiveId" clId="{7FB99136-C526-430D-B930-DC2125A2397C}" dt="2026-01-22T12:50:54.113" v="1385"/>
          <ac:spMkLst>
            <pc:docMk/>
            <pc:sldMk cId="560283142" sldId="263"/>
            <ac:spMk id="9" creationId="{6C13D6A7-4A08-6ABA-3FDF-2BE93A778767}"/>
          </ac:spMkLst>
        </pc:spChg>
        <pc:spChg chg="add mod">
          <ac:chgData name="Oumayma Selmen" userId="2b25d63dd9e0eb8f" providerId="LiveId" clId="{7FB99136-C526-430D-B930-DC2125A2397C}" dt="2026-01-22T13:05:04.906" v="1396" actId="1076"/>
          <ac:spMkLst>
            <pc:docMk/>
            <pc:sldMk cId="560283142" sldId="263"/>
            <ac:spMk id="11" creationId="{5CE28FD7-1F9E-264F-9652-D70913111844}"/>
          </ac:spMkLst>
        </pc:spChg>
        <pc:spChg chg="add mod">
          <ac:chgData name="Oumayma Selmen" userId="2b25d63dd9e0eb8f" providerId="LiveId" clId="{7FB99136-C526-430D-B930-DC2125A2397C}" dt="2026-01-22T20:02:05.793" v="1711" actId="1076"/>
          <ac:spMkLst>
            <pc:docMk/>
            <pc:sldMk cId="560283142" sldId="263"/>
            <ac:spMk id="13" creationId="{89EB2BC4-4989-48B9-1C90-9E3A91CCAF1E}"/>
          </ac:spMkLst>
        </pc:spChg>
        <pc:picChg chg="add mod">
          <ac:chgData name="Oumayma Selmen" userId="2b25d63dd9e0eb8f" providerId="LiveId" clId="{7FB99136-C526-430D-B930-DC2125A2397C}" dt="2026-01-22T13:05:21.745" v="1399" actId="14100"/>
          <ac:picMkLst>
            <pc:docMk/>
            <pc:sldMk cId="560283142" sldId="263"/>
            <ac:picMk id="6" creationId="{5E0B0A4D-ABE4-0FB3-310E-D884B686688C}"/>
          </ac:picMkLst>
        </pc:picChg>
      </pc:sldChg>
      <pc:sldChg chg="addSp delSp modSp mod">
        <pc:chgData name="Oumayma Selmen" userId="2b25d63dd9e0eb8f" providerId="LiveId" clId="{7FB99136-C526-430D-B930-DC2125A2397C}" dt="2026-01-22T19:55:37.054" v="1678" actId="123"/>
        <pc:sldMkLst>
          <pc:docMk/>
          <pc:sldMk cId="814576699" sldId="264"/>
        </pc:sldMkLst>
        <pc:spChg chg="add del mod">
          <ac:chgData name="Oumayma Selmen" userId="2b25d63dd9e0eb8f" providerId="LiveId" clId="{7FB99136-C526-430D-B930-DC2125A2397C}" dt="2026-01-22T13:09:54.873" v="1412" actId="478"/>
          <ac:spMkLst>
            <pc:docMk/>
            <pc:sldMk cId="814576699" sldId="264"/>
            <ac:spMk id="3" creationId="{7B94EFDD-2F9A-E981-4361-34A38CBA2872}"/>
          </ac:spMkLst>
        </pc:spChg>
        <pc:spChg chg="add mod">
          <ac:chgData name="Oumayma Selmen" userId="2b25d63dd9e0eb8f" providerId="LiveId" clId="{7FB99136-C526-430D-B930-DC2125A2397C}" dt="2026-01-22T13:11:42.465" v="1428" actId="1076"/>
          <ac:spMkLst>
            <pc:docMk/>
            <pc:sldMk cId="814576699" sldId="264"/>
            <ac:spMk id="5" creationId="{18280D8F-F22E-2F9E-3A8A-07FEDE76BC39}"/>
          </ac:spMkLst>
        </pc:spChg>
        <pc:spChg chg="add mod">
          <ac:chgData name="Oumayma Selmen" userId="2b25d63dd9e0eb8f" providerId="LiveId" clId="{7FB99136-C526-430D-B930-DC2125A2397C}" dt="2026-01-22T19:55:37.054" v="1678" actId="123"/>
          <ac:spMkLst>
            <pc:docMk/>
            <pc:sldMk cId="814576699" sldId="264"/>
            <ac:spMk id="6" creationId="{61154A7D-D494-8301-37B9-6BC60CE14B65}"/>
          </ac:spMkLst>
        </pc:spChg>
      </pc:sldChg>
      <pc:sldChg chg="addSp delSp modSp mod setBg">
        <pc:chgData name="Oumayma Selmen" userId="2b25d63dd9e0eb8f" providerId="LiveId" clId="{7FB99136-C526-430D-B930-DC2125A2397C}" dt="2026-01-22T19:58:06.238" v="1691" actId="12"/>
        <pc:sldMkLst>
          <pc:docMk/>
          <pc:sldMk cId="2598978132" sldId="268"/>
        </pc:sldMkLst>
        <pc:spChg chg="mod">
          <ac:chgData name="Oumayma Selmen" userId="2b25d63dd9e0eb8f" providerId="LiveId" clId="{7FB99136-C526-430D-B930-DC2125A2397C}" dt="2026-01-22T19:58:06.238" v="1691" actId="12"/>
          <ac:spMkLst>
            <pc:docMk/>
            <pc:sldMk cId="2598978132" sldId="268"/>
            <ac:spMk id="3" creationId="{5F300396-3352-5B9C-F526-446A78AAD5CE}"/>
          </ac:spMkLst>
        </pc:spChg>
        <pc:spChg chg="add mod">
          <ac:chgData name="Oumayma Selmen" userId="2b25d63dd9e0eb8f" providerId="LiveId" clId="{7FB99136-C526-430D-B930-DC2125A2397C}" dt="2026-01-22T12:33:26.123" v="1326" actId="1076"/>
          <ac:spMkLst>
            <pc:docMk/>
            <pc:sldMk cId="2598978132" sldId="268"/>
            <ac:spMk id="5" creationId="{6FD46A20-9795-5CD5-8B7C-D131A916A9B9}"/>
          </ac:spMkLst>
        </pc:spChg>
        <pc:spChg chg="add">
          <ac:chgData name="Oumayma Selmen" userId="2b25d63dd9e0eb8f" providerId="LiveId" clId="{7FB99136-C526-430D-B930-DC2125A2397C}" dt="2026-01-22T12:32:24.852" v="1323"/>
          <ac:spMkLst>
            <pc:docMk/>
            <pc:sldMk cId="2598978132" sldId="268"/>
            <ac:spMk id="6" creationId="{DD924DAA-9E6A-378F-C4C7-9CB6C41A107D}"/>
          </ac:spMkLst>
        </pc:spChg>
        <pc:spChg chg="mod">
          <ac:chgData name="Oumayma Selmen" userId="2b25d63dd9e0eb8f" providerId="LiveId" clId="{7FB99136-C526-430D-B930-DC2125A2397C}" dt="2026-01-09T16:05:00.051" v="128"/>
          <ac:spMkLst>
            <pc:docMk/>
            <pc:sldMk cId="2598978132" sldId="268"/>
            <ac:spMk id="17" creationId="{A5D4100A-5E1E-D7C7-E9EE-B88B26DD5BCC}"/>
          </ac:spMkLst>
        </pc:spChg>
        <pc:spChg chg="mod">
          <ac:chgData name="Oumayma Selmen" userId="2b25d63dd9e0eb8f" providerId="LiveId" clId="{7FB99136-C526-430D-B930-DC2125A2397C}" dt="2026-01-09T16:05:00.051" v="128"/>
          <ac:spMkLst>
            <pc:docMk/>
            <pc:sldMk cId="2598978132" sldId="268"/>
            <ac:spMk id="18" creationId="{E2D88203-613F-AA1E-C8EC-33824712D619}"/>
          </ac:spMkLst>
        </pc:spChg>
        <pc:spChg chg="mod">
          <ac:chgData name="Oumayma Selmen" userId="2b25d63dd9e0eb8f" providerId="LiveId" clId="{7FB99136-C526-430D-B930-DC2125A2397C}" dt="2026-01-09T16:05:00.051" v="128"/>
          <ac:spMkLst>
            <pc:docMk/>
            <pc:sldMk cId="2598978132" sldId="268"/>
            <ac:spMk id="19" creationId="{42CDE09B-3741-56B2-D838-1CA2C1329355}"/>
          </ac:spMkLst>
        </pc:spChg>
        <pc:spChg chg="mod">
          <ac:chgData name="Oumayma Selmen" userId="2b25d63dd9e0eb8f" providerId="LiveId" clId="{7FB99136-C526-430D-B930-DC2125A2397C}" dt="2026-01-22T12:32:07.454" v="1322"/>
          <ac:spMkLst>
            <pc:docMk/>
            <pc:sldMk cId="2598978132" sldId="268"/>
            <ac:spMk id="20" creationId="{3F8678D7-EFA7-39D2-E8EE-7C984D6B852F}"/>
          </ac:spMkLst>
        </pc:spChg>
        <pc:spChg chg="mod">
          <ac:chgData name="Oumayma Selmen" userId="2b25d63dd9e0eb8f" providerId="LiveId" clId="{7FB99136-C526-430D-B930-DC2125A2397C}" dt="2026-01-09T16:05:00.051" v="128"/>
          <ac:spMkLst>
            <pc:docMk/>
            <pc:sldMk cId="2598978132" sldId="268"/>
            <ac:spMk id="21" creationId="{A661AA1C-5EDE-5197-A3C3-7CEACB5DC880}"/>
          </ac:spMkLst>
        </pc:spChg>
        <pc:spChg chg="mod">
          <ac:chgData name="Oumayma Selmen" userId="2b25d63dd9e0eb8f" providerId="LiveId" clId="{7FB99136-C526-430D-B930-DC2125A2397C}" dt="2026-01-09T16:05:00.051" v="128"/>
          <ac:spMkLst>
            <pc:docMk/>
            <pc:sldMk cId="2598978132" sldId="268"/>
            <ac:spMk id="22" creationId="{8C9FD208-E7E6-C6D3-2ECB-94FD79C6A252}"/>
          </ac:spMkLst>
        </pc:spChg>
        <pc:spChg chg="mod">
          <ac:chgData name="Oumayma Selmen" userId="2b25d63dd9e0eb8f" providerId="LiveId" clId="{7FB99136-C526-430D-B930-DC2125A2397C}" dt="2026-01-09T16:05:00.051" v="128"/>
          <ac:spMkLst>
            <pc:docMk/>
            <pc:sldMk cId="2598978132" sldId="268"/>
            <ac:spMk id="23" creationId="{EA0AB336-CF60-72B0-D649-A76AF7CD52E6}"/>
          </ac:spMkLst>
        </pc:spChg>
        <pc:spChg chg="mod">
          <ac:chgData name="Oumayma Selmen" userId="2b25d63dd9e0eb8f" providerId="LiveId" clId="{7FB99136-C526-430D-B930-DC2125A2397C}" dt="2026-01-09T16:05:00.051" v="128"/>
          <ac:spMkLst>
            <pc:docMk/>
            <pc:sldMk cId="2598978132" sldId="268"/>
            <ac:spMk id="24" creationId="{BDF77B55-3E05-1B6D-7C6E-F5E2B24ABE1B}"/>
          </ac:spMkLst>
        </pc:spChg>
        <pc:spChg chg="mod">
          <ac:chgData name="Oumayma Selmen" userId="2b25d63dd9e0eb8f" providerId="LiveId" clId="{7FB99136-C526-430D-B930-DC2125A2397C}" dt="2026-01-09T16:05:00.051" v="128"/>
          <ac:spMkLst>
            <pc:docMk/>
            <pc:sldMk cId="2598978132" sldId="268"/>
            <ac:spMk id="26" creationId="{5C3A32E1-27B4-9608-6A5C-67833D948517}"/>
          </ac:spMkLst>
        </pc:spChg>
        <pc:spChg chg="mod">
          <ac:chgData name="Oumayma Selmen" userId="2b25d63dd9e0eb8f" providerId="LiveId" clId="{7FB99136-C526-430D-B930-DC2125A2397C}" dt="2026-01-12T11:11:10.104" v="278"/>
          <ac:spMkLst>
            <pc:docMk/>
            <pc:sldMk cId="2598978132" sldId="268"/>
            <ac:spMk id="27" creationId="{797DEB0D-BD3B-C45F-847F-B4077993A5E2}"/>
          </ac:spMkLst>
        </pc:spChg>
        <pc:spChg chg="mod">
          <ac:chgData name="Oumayma Selmen" userId="2b25d63dd9e0eb8f" providerId="LiveId" clId="{7FB99136-C526-430D-B930-DC2125A2397C}" dt="2026-01-22T12:32:49.331" v="1324"/>
          <ac:spMkLst>
            <pc:docMk/>
            <pc:sldMk cId="2598978132" sldId="268"/>
            <ac:spMk id="28" creationId="{945F927A-9513-07D8-5CA0-F99B5E373166}"/>
          </ac:spMkLst>
        </pc:spChg>
        <pc:spChg chg="add del mod">
          <ac:chgData name="Oumayma Selmen" userId="2b25d63dd9e0eb8f" providerId="LiveId" clId="{7FB99136-C526-430D-B930-DC2125A2397C}" dt="2026-01-22T12:30:30.986" v="1314" actId="478"/>
          <ac:spMkLst>
            <pc:docMk/>
            <pc:sldMk cId="2598978132" sldId="268"/>
            <ac:spMk id="31" creationId="{B031B212-1825-50C8-DB01-51899EDE6A11}"/>
          </ac:spMkLst>
        </pc:spChg>
        <pc:grpChg chg="add mod ord">
          <ac:chgData name="Oumayma Selmen" userId="2b25d63dd9e0eb8f" providerId="LiveId" clId="{7FB99136-C526-430D-B930-DC2125A2397C}" dt="2026-01-09T17:41:11.738" v="174" actId="1076"/>
          <ac:grpSpMkLst>
            <pc:docMk/>
            <pc:sldMk cId="2598978132" sldId="268"/>
            <ac:grpSpMk id="16" creationId="{15989CD1-E289-E4B1-4F45-990E6AF74EBC}"/>
          </ac:grpSpMkLst>
        </pc:grpChg>
      </pc:sldChg>
      <pc:sldChg chg="addSp delSp modSp mod ord">
        <pc:chgData name="Oumayma Selmen" userId="2b25d63dd9e0eb8f" providerId="LiveId" clId="{7FB99136-C526-430D-B930-DC2125A2397C}" dt="2026-01-22T20:00:06.327" v="1704" actId="14100"/>
        <pc:sldMkLst>
          <pc:docMk/>
          <pc:sldMk cId="2472726319" sldId="269"/>
        </pc:sldMkLst>
        <pc:spChg chg="add mod">
          <ac:chgData name="Oumayma Selmen" userId="2b25d63dd9e0eb8f" providerId="LiveId" clId="{7FB99136-C526-430D-B930-DC2125A2397C}" dt="2026-01-22T19:57:18.111" v="1685" actId="1076"/>
          <ac:spMkLst>
            <pc:docMk/>
            <pc:sldMk cId="2472726319" sldId="269"/>
            <ac:spMk id="4" creationId="{DA9EA2DC-1508-D03A-A749-E7863C30E71B}"/>
          </ac:spMkLst>
        </pc:spChg>
        <pc:spChg chg="mod topLvl">
          <ac:chgData name="Oumayma Selmen" userId="2b25d63dd9e0eb8f" providerId="LiveId" clId="{7FB99136-C526-430D-B930-DC2125A2397C}" dt="2026-01-22T12:25:18.024" v="1307" actId="113"/>
          <ac:spMkLst>
            <pc:docMk/>
            <pc:sldMk cId="2472726319" sldId="269"/>
            <ac:spMk id="7" creationId="{0CC05AF2-A52A-1C31-2C7B-E042AECE17F2}"/>
          </ac:spMkLst>
        </pc:spChg>
        <pc:spChg chg="mod topLvl">
          <ac:chgData name="Oumayma Selmen" userId="2b25d63dd9e0eb8f" providerId="LiveId" clId="{7FB99136-C526-430D-B930-DC2125A2397C}" dt="2026-01-22T19:59:53.755" v="1702" actId="2710"/>
          <ac:spMkLst>
            <pc:docMk/>
            <pc:sldMk cId="2472726319" sldId="269"/>
            <ac:spMk id="8" creationId="{1003D054-62DC-5B49-759B-6AEABEC7B241}"/>
          </ac:spMkLst>
        </pc:spChg>
        <pc:spChg chg="add mod">
          <ac:chgData name="Oumayma Selmen" userId="2b25d63dd9e0eb8f" providerId="LiveId" clId="{7FB99136-C526-430D-B930-DC2125A2397C}" dt="2026-01-22T20:00:06.327" v="1704" actId="14100"/>
          <ac:spMkLst>
            <pc:docMk/>
            <pc:sldMk cId="2472726319" sldId="269"/>
            <ac:spMk id="14" creationId="{02582DC8-BE02-23A0-192F-84EFAEA38BD1}"/>
          </ac:spMkLst>
        </pc:spChg>
        <pc:spChg chg="add mod">
          <ac:chgData name="Oumayma Selmen" userId="2b25d63dd9e0eb8f" providerId="LiveId" clId="{7FB99136-C526-430D-B930-DC2125A2397C}" dt="2026-01-21T20:10:34.228" v="1126" actId="2711"/>
          <ac:spMkLst>
            <pc:docMk/>
            <pc:sldMk cId="2472726319" sldId="269"/>
            <ac:spMk id="18" creationId="{83998FD7-A108-75A3-21C7-4C6DFA6B6535}"/>
          </ac:spMkLst>
        </pc:spChg>
        <pc:picChg chg="add mod">
          <ac:chgData name="Oumayma Selmen" userId="2b25d63dd9e0eb8f" providerId="LiveId" clId="{7FB99136-C526-430D-B930-DC2125A2397C}" dt="2026-01-09T17:33:31.160" v="154" actId="1076"/>
          <ac:picMkLst>
            <pc:docMk/>
            <pc:sldMk cId="2472726319" sldId="269"/>
            <ac:picMk id="16" creationId="{5E0A2C89-0B73-0393-6E90-E33D99D772B9}"/>
          </ac:picMkLst>
        </pc:picChg>
      </pc:sldChg>
      <pc:sldChg chg="addSp delSp modSp mod ord">
        <pc:chgData name="Oumayma Selmen" userId="2b25d63dd9e0eb8f" providerId="LiveId" clId="{7FB99136-C526-430D-B930-DC2125A2397C}" dt="2026-01-22T19:59:04.589" v="1697" actId="14100"/>
        <pc:sldMkLst>
          <pc:docMk/>
          <pc:sldMk cId="60608697" sldId="270"/>
        </pc:sldMkLst>
        <pc:spChg chg="mod topLvl">
          <ac:chgData name="Oumayma Selmen" userId="2b25d63dd9e0eb8f" providerId="LiveId" clId="{7FB99136-C526-430D-B930-DC2125A2397C}" dt="2026-01-22T19:59:04.589" v="1697" actId="14100"/>
          <ac:spMkLst>
            <pc:docMk/>
            <pc:sldMk cId="60608697" sldId="270"/>
            <ac:spMk id="4" creationId="{3192C0BA-531C-4D04-2845-081BB71EF29A}"/>
          </ac:spMkLst>
        </pc:spChg>
        <pc:spChg chg="mod topLvl">
          <ac:chgData name="Oumayma Selmen" userId="2b25d63dd9e0eb8f" providerId="LiveId" clId="{7FB99136-C526-430D-B930-DC2125A2397C}" dt="2026-01-21T21:43:10.290" v="1268" actId="165"/>
          <ac:spMkLst>
            <pc:docMk/>
            <pc:sldMk cId="60608697" sldId="270"/>
            <ac:spMk id="5" creationId="{4B7BF906-B273-626A-3570-C35CDE65F0C3}"/>
          </ac:spMkLst>
        </pc:spChg>
        <pc:spChg chg="mod topLvl">
          <ac:chgData name="Oumayma Selmen" userId="2b25d63dd9e0eb8f" providerId="LiveId" clId="{7FB99136-C526-430D-B930-DC2125A2397C}" dt="2026-01-21T21:43:10.290" v="1268" actId="165"/>
          <ac:spMkLst>
            <pc:docMk/>
            <pc:sldMk cId="60608697" sldId="270"/>
            <ac:spMk id="6" creationId="{BED23ACC-C142-D0E3-31C2-2FC311776247}"/>
          </ac:spMkLst>
        </pc:spChg>
        <pc:spChg chg="mod topLvl">
          <ac:chgData name="Oumayma Selmen" userId="2b25d63dd9e0eb8f" providerId="LiveId" clId="{7FB99136-C526-430D-B930-DC2125A2397C}" dt="2026-01-21T21:55:09.930" v="1283" actId="20577"/>
          <ac:spMkLst>
            <pc:docMk/>
            <pc:sldMk cId="60608697" sldId="270"/>
            <ac:spMk id="7" creationId="{ABB149C6-26F4-314E-6296-2A2F8EAAE4CC}"/>
          </ac:spMkLst>
        </pc:spChg>
        <pc:spChg chg="mod topLvl">
          <ac:chgData name="Oumayma Selmen" userId="2b25d63dd9e0eb8f" providerId="LiveId" clId="{7FB99136-C526-430D-B930-DC2125A2397C}" dt="2026-01-21T21:43:10.290" v="1268" actId="165"/>
          <ac:spMkLst>
            <pc:docMk/>
            <pc:sldMk cId="60608697" sldId="270"/>
            <ac:spMk id="9" creationId="{33141085-703C-BED1-4838-11993B57470D}"/>
          </ac:spMkLst>
        </pc:spChg>
        <pc:spChg chg="mod topLvl">
          <ac:chgData name="Oumayma Selmen" userId="2b25d63dd9e0eb8f" providerId="LiveId" clId="{7FB99136-C526-430D-B930-DC2125A2397C}" dt="2026-01-21T21:43:10.290" v="1268" actId="165"/>
          <ac:spMkLst>
            <pc:docMk/>
            <pc:sldMk cId="60608697" sldId="270"/>
            <ac:spMk id="10" creationId="{A146D17A-5AAB-9167-915C-D84406B0850B}"/>
          </ac:spMkLst>
        </pc:spChg>
        <pc:spChg chg="mod topLvl">
          <ac:chgData name="Oumayma Selmen" userId="2b25d63dd9e0eb8f" providerId="LiveId" clId="{7FB99136-C526-430D-B930-DC2125A2397C}" dt="2026-01-21T21:55:53.127" v="1291" actId="20577"/>
          <ac:spMkLst>
            <pc:docMk/>
            <pc:sldMk cId="60608697" sldId="270"/>
            <ac:spMk id="11" creationId="{8BFDE0B1-F37C-8B86-5065-F6ABE0B668F5}"/>
          </ac:spMkLst>
        </pc:spChg>
        <pc:spChg chg="add mod">
          <ac:chgData name="Oumayma Selmen" userId="2b25d63dd9e0eb8f" providerId="LiveId" clId="{7FB99136-C526-430D-B930-DC2125A2397C}" dt="2026-01-22T19:57:56.106" v="1690" actId="1076"/>
          <ac:spMkLst>
            <pc:docMk/>
            <pc:sldMk cId="60608697" sldId="270"/>
            <ac:spMk id="13" creationId="{52E52FDB-CE9F-EB3D-4571-6A7E19B4A68F}"/>
          </ac:spMkLst>
        </pc:spChg>
        <pc:spChg chg="add mod">
          <ac:chgData name="Oumayma Selmen" userId="2b25d63dd9e0eb8f" providerId="LiveId" clId="{7FB99136-C526-430D-B930-DC2125A2397C}" dt="2026-01-22T19:58:45.544" v="1694" actId="123"/>
          <ac:spMkLst>
            <pc:docMk/>
            <pc:sldMk cId="60608697" sldId="270"/>
            <ac:spMk id="18" creationId="{14064A1D-1C8D-69F1-5C2E-9CC6FAFB4697}"/>
          </ac:spMkLst>
        </pc:spChg>
        <pc:spChg chg="add mod">
          <ac:chgData name="Oumayma Selmen" userId="2b25d63dd9e0eb8f" providerId="LiveId" clId="{7FB99136-C526-430D-B930-DC2125A2397C}" dt="2026-01-22T19:58:51.570" v="1695" actId="123"/>
          <ac:spMkLst>
            <pc:docMk/>
            <pc:sldMk cId="60608697" sldId="270"/>
            <ac:spMk id="20" creationId="{35B7EED3-81E3-FEFE-FDEF-10F9A3A3B568}"/>
          </ac:spMkLst>
        </pc:spChg>
        <pc:spChg chg="add mod">
          <ac:chgData name="Oumayma Selmen" userId="2b25d63dd9e0eb8f" providerId="LiveId" clId="{7FB99136-C526-430D-B930-DC2125A2397C}" dt="2026-01-21T21:55:37.320" v="1290" actId="113"/>
          <ac:spMkLst>
            <pc:docMk/>
            <pc:sldMk cId="60608697" sldId="270"/>
            <ac:spMk id="22" creationId="{90F96AA5-8000-20AF-FDDA-B77600F7139C}"/>
          </ac:spMkLst>
        </pc:spChg>
        <pc:spChg chg="add mod">
          <ac:chgData name="Oumayma Selmen" userId="2b25d63dd9e0eb8f" providerId="LiveId" clId="{7FB99136-C526-430D-B930-DC2125A2397C}" dt="2026-01-21T21:56:12.473" v="1295" actId="108"/>
          <ac:spMkLst>
            <pc:docMk/>
            <pc:sldMk cId="60608697" sldId="270"/>
            <ac:spMk id="24" creationId="{507B0B74-913E-2668-EAFC-BBB0226545EA}"/>
          </ac:spMkLst>
        </pc:spChg>
        <pc:picChg chg="add mod">
          <ac:chgData name="Oumayma Selmen" userId="2b25d63dd9e0eb8f" providerId="LiveId" clId="{7FB99136-C526-430D-B930-DC2125A2397C}" dt="2026-01-12T23:10:41.033" v="561" actId="1076"/>
          <ac:picMkLst>
            <pc:docMk/>
            <pc:sldMk cId="60608697" sldId="270"/>
            <ac:picMk id="14" creationId="{B2D532E4-5290-5C0C-6E33-5645B2B30DE5}"/>
          </ac:picMkLst>
        </pc:picChg>
        <pc:picChg chg="add mod">
          <ac:chgData name="Oumayma Selmen" userId="2b25d63dd9e0eb8f" providerId="LiveId" clId="{7FB99136-C526-430D-B930-DC2125A2397C}" dt="2026-01-12T23:10:55.792" v="563" actId="1076"/>
          <ac:picMkLst>
            <pc:docMk/>
            <pc:sldMk cId="60608697" sldId="270"/>
            <ac:picMk id="15" creationId="{FCDCBFAC-D430-98B6-0394-F430E7151C27}"/>
          </ac:picMkLst>
        </pc:picChg>
      </pc:sldChg>
      <pc:sldChg chg="addSp delSp modSp mod">
        <pc:chgData name="Oumayma Selmen" userId="2b25d63dd9e0eb8f" providerId="LiveId" clId="{7FB99136-C526-430D-B930-DC2125A2397C}" dt="2026-01-22T19:58:35.438" v="1693" actId="123"/>
        <pc:sldMkLst>
          <pc:docMk/>
          <pc:sldMk cId="4203145637" sldId="271"/>
        </pc:sldMkLst>
        <pc:spChg chg="add mod">
          <ac:chgData name="Oumayma Selmen" userId="2b25d63dd9e0eb8f" providerId="LiveId" clId="{7FB99136-C526-430D-B930-DC2125A2397C}" dt="2026-01-22T19:58:19.061" v="1692" actId="1076"/>
          <ac:spMkLst>
            <pc:docMk/>
            <pc:sldMk cId="4203145637" sldId="271"/>
            <ac:spMk id="3" creationId="{9FA10361-1077-C75D-CBF4-7302A6D4A433}"/>
          </ac:spMkLst>
        </pc:spChg>
        <pc:spChg chg="add del mod">
          <ac:chgData name="Oumayma Selmen" userId="2b25d63dd9e0eb8f" providerId="LiveId" clId="{7FB99136-C526-430D-B930-DC2125A2397C}" dt="2026-01-22T12:35:02.648" v="1327" actId="478"/>
          <ac:spMkLst>
            <pc:docMk/>
            <pc:sldMk cId="4203145637" sldId="271"/>
            <ac:spMk id="5" creationId="{995A2DAD-AE41-FD52-39D9-DE33384BE313}"/>
          </ac:spMkLst>
        </pc:spChg>
        <pc:spChg chg="add mod">
          <ac:chgData name="Oumayma Selmen" userId="2b25d63dd9e0eb8f" providerId="LiveId" clId="{7FB99136-C526-430D-B930-DC2125A2397C}" dt="2026-01-22T12:37:14.654" v="1346" actId="1076"/>
          <ac:spMkLst>
            <pc:docMk/>
            <pc:sldMk cId="4203145637" sldId="271"/>
            <ac:spMk id="6" creationId="{26D7055E-007E-C26F-1F08-024E1DF2746B}"/>
          </ac:spMkLst>
        </pc:spChg>
        <pc:spChg chg="add del mod">
          <ac:chgData name="Oumayma Selmen" userId="2b25d63dd9e0eb8f" providerId="LiveId" clId="{7FB99136-C526-430D-B930-DC2125A2397C}" dt="2026-01-22T12:36:05.875" v="1338" actId="478"/>
          <ac:spMkLst>
            <pc:docMk/>
            <pc:sldMk cId="4203145637" sldId="271"/>
            <ac:spMk id="7" creationId="{FB485E17-00F8-9C43-5920-5D6793EB77D3}"/>
          </ac:spMkLst>
        </pc:spChg>
        <pc:spChg chg="add mod">
          <ac:chgData name="Oumayma Selmen" userId="2b25d63dd9e0eb8f" providerId="LiveId" clId="{7FB99136-C526-430D-B930-DC2125A2397C}" dt="2026-01-22T19:58:35.438" v="1693" actId="123"/>
          <ac:spMkLst>
            <pc:docMk/>
            <pc:sldMk cId="4203145637" sldId="271"/>
            <ac:spMk id="9" creationId="{1E00A285-685D-6826-40A3-69ABD446ED64}"/>
          </ac:spMkLst>
        </pc:spChg>
        <pc:spChg chg="add mod">
          <ac:chgData name="Oumayma Selmen" userId="2b25d63dd9e0eb8f" providerId="LiveId" clId="{7FB99136-C526-430D-B930-DC2125A2397C}" dt="2026-01-12T23:07:05.377" v="532" actId="164"/>
          <ac:spMkLst>
            <pc:docMk/>
            <pc:sldMk cId="4203145637" sldId="271"/>
            <ac:spMk id="12" creationId="{45E776D2-DBE0-E849-2F03-31C2E10DA896}"/>
          </ac:spMkLst>
        </pc:spChg>
        <pc:spChg chg="add mod">
          <ac:chgData name="Oumayma Selmen" userId="2b25d63dd9e0eb8f" providerId="LiveId" clId="{7FB99136-C526-430D-B930-DC2125A2397C}" dt="2026-01-12T23:07:05.377" v="532" actId="164"/>
          <ac:spMkLst>
            <pc:docMk/>
            <pc:sldMk cId="4203145637" sldId="271"/>
            <ac:spMk id="13" creationId="{4BB6C11A-1956-6C2E-633D-F77571477F43}"/>
          </ac:spMkLst>
        </pc:spChg>
        <pc:grpChg chg="add mod">
          <ac:chgData name="Oumayma Selmen" userId="2b25d63dd9e0eb8f" providerId="LiveId" clId="{7FB99136-C526-430D-B930-DC2125A2397C}" dt="2026-01-22T12:37:31.298" v="1348" actId="1076"/>
          <ac:grpSpMkLst>
            <pc:docMk/>
            <pc:sldMk cId="4203145637" sldId="271"/>
            <ac:grpSpMk id="14" creationId="{6442C72B-9650-205E-1DF1-7A71CC9A4FC1}"/>
          </ac:grpSpMkLst>
        </pc:grpChg>
        <pc:picChg chg="add mod modCrop">
          <ac:chgData name="Oumayma Selmen" userId="2b25d63dd9e0eb8f" providerId="LiveId" clId="{7FB99136-C526-430D-B930-DC2125A2397C}" dt="2026-01-12T23:07:05.377" v="532" actId="164"/>
          <ac:picMkLst>
            <pc:docMk/>
            <pc:sldMk cId="4203145637" sldId="271"/>
            <ac:picMk id="11" creationId="{B9F309B7-892A-501D-9809-36A1F8E4BB0D}"/>
          </ac:picMkLst>
        </pc:picChg>
      </pc:sldChg>
      <pc:sldChg chg="addSp delSp modSp add mod">
        <pc:chgData name="Oumayma Selmen" userId="2b25d63dd9e0eb8f" providerId="LiveId" clId="{7FB99136-C526-430D-B930-DC2125A2397C}" dt="2026-01-22T19:09:00.596" v="1474" actId="1076"/>
        <pc:sldMkLst>
          <pc:docMk/>
          <pc:sldMk cId="2560423060" sldId="276"/>
        </pc:sldMkLst>
        <pc:spChg chg="mod">
          <ac:chgData name="Oumayma Selmen" userId="2b25d63dd9e0eb8f" providerId="LiveId" clId="{7FB99136-C526-430D-B930-DC2125A2397C}" dt="2026-01-21T14:23:53.290" v="781" actId="14100"/>
          <ac:spMkLst>
            <pc:docMk/>
            <pc:sldMk cId="2560423060" sldId="276"/>
            <ac:spMk id="4" creationId="{7B7FEBBD-73A5-9929-37D3-EF23DC0793C6}"/>
          </ac:spMkLst>
        </pc:spChg>
        <pc:spChg chg="add mod">
          <ac:chgData name="Oumayma Selmen" userId="2b25d63dd9e0eb8f" providerId="LiveId" clId="{7FB99136-C526-430D-B930-DC2125A2397C}" dt="2026-01-22T19:09:00.596" v="1474" actId="1076"/>
          <ac:spMkLst>
            <pc:docMk/>
            <pc:sldMk cId="2560423060" sldId="276"/>
            <ac:spMk id="8" creationId="{6A4C252E-7D24-A744-0ABF-4ABBA8E19CAA}"/>
          </ac:spMkLst>
        </pc:spChg>
        <pc:spChg chg="add mod">
          <ac:chgData name="Oumayma Selmen" userId="2b25d63dd9e0eb8f" providerId="LiveId" clId="{7FB99136-C526-430D-B930-DC2125A2397C}" dt="2026-01-22T19:08:50.175" v="1472" actId="1076"/>
          <ac:spMkLst>
            <pc:docMk/>
            <pc:sldMk cId="2560423060" sldId="276"/>
            <ac:spMk id="10" creationId="{1D788907-2264-7A07-9D5C-ECFF8944896E}"/>
          </ac:spMkLst>
        </pc:spChg>
      </pc:sldChg>
      <pc:sldChg chg="addSp delSp modSp add mod">
        <pc:chgData name="Oumayma Selmen" userId="2b25d63dd9e0eb8f" providerId="LiveId" clId="{7FB99136-C526-430D-B930-DC2125A2397C}" dt="2026-01-22T20:00:21.160" v="1706" actId="123"/>
        <pc:sldMkLst>
          <pc:docMk/>
          <pc:sldMk cId="1031385720" sldId="277"/>
        </pc:sldMkLst>
        <pc:spChg chg="add mod">
          <ac:chgData name="Oumayma Selmen" userId="2b25d63dd9e0eb8f" providerId="LiveId" clId="{7FB99136-C526-430D-B930-DC2125A2397C}" dt="2026-01-21T19:35:30.596" v="1053" actId="1076"/>
          <ac:spMkLst>
            <pc:docMk/>
            <pc:sldMk cId="1031385720" sldId="277"/>
            <ac:spMk id="6" creationId="{3EFC74F5-EA8E-6CA5-4DAC-99CA934B8E1D}"/>
          </ac:spMkLst>
        </pc:spChg>
        <pc:spChg chg="add mod">
          <ac:chgData name="Oumayma Selmen" userId="2b25d63dd9e0eb8f" providerId="LiveId" clId="{7FB99136-C526-430D-B930-DC2125A2397C}" dt="2026-01-22T20:00:16.174" v="1705" actId="123"/>
          <ac:spMkLst>
            <pc:docMk/>
            <pc:sldMk cId="1031385720" sldId="277"/>
            <ac:spMk id="8" creationId="{31C32F44-ED9C-530F-96EC-EE98D761DD0F}"/>
          </ac:spMkLst>
        </pc:spChg>
        <pc:spChg chg="add del mod topLvl">
          <ac:chgData name="Oumayma Selmen" userId="2b25d63dd9e0eb8f" providerId="LiveId" clId="{7FB99136-C526-430D-B930-DC2125A2397C}" dt="2026-01-21T19:55:01.994" v="1089" actId="12"/>
          <ac:spMkLst>
            <pc:docMk/>
            <pc:sldMk cId="1031385720" sldId="277"/>
            <ac:spMk id="10" creationId="{AAB36BCE-A258-12EA-FE63-DCEBFD11341A}"/>
          </ac:spMkLst>
        </pc:spChg>
        <pc:spChg chg="mod topLvl">
          <ac:chgData name="Oumayma Selmen" userId="2b25d63dd9e0eb8f" providerId="LiveId" clId="{7FB99136-C526-430D-B930-DC2125A2397C}" dt="2026-01-21T19:55:07.551" v="1091" actId="12"/>
          <ac:spMkLst>
            <pc:docMk/>
            <pc:sldMk cId="1031385720" sldId="277"/>
            <ac:spMk id="13" creationId="{BEE2744D-0508-6941-AE83-D8306AB6A972}"/>
          </ac:spMkLst>
        </pc:spChg>
        <pc:spChg chg="add mod">
          <ac:chgData name="Oumayma Selmen" userId="2b25d63dd9e0eb8f" providerId="LiveId" clId="{7FB99136-C526-430D-B930-DC2125A2397C}" dt="2026-01-22T20:00:21.160" v="1706" actId="123"/>
          <ac:spMkLst>
            <pc:docMk/>
            <pc:sldMk cId="1031385720" sldId="277"/>
            <ac:spMk id="16" creationId="{8660214F-AA6D-1342-0891-8B572F813442}"/>
          </ac:spMkLst>
        </pc:spChg>
        <pc:picChg chg="mod">
          <ac:chgData name="Oumayma Selmen" userId="2b25d63dd9e0eb8f" providerId="LiveId" clId="{7FB99136-C526-430D-B930-DC2125A2397C}" dt="2026-01-21T19:35:37.591" v="1055" actId="14100"/>
          <ac:picMkLst>
            <pc:docMk/>
            <pc:sldMk cId="1031385720" sldId="277"/>
            <ac:picMk id="3" creationId="{B2591FD1-1AA8-167D-910F-D01468D98F6A}"/>
          </ac:picMkLst>
        </pc:picChg>
        <pc:picChg chg="add del mod topLvl">
          <ac:chgData name="Oumayma Selmen" userId="2b25d63dd9e0eb8f" providerId="LiveId" clId="{7FB99136-C526-430D-B930-DC2125A2397C}" dt="2026-01-21T19:53:34.233" v="1084" actId="1076"/>
          <ac:picMkLst>
            <pc:docMk/>
            <pc:sldMk cId="1031385720" sldId="277"/>
            <ac:picMk id="9" creationId="{C1CC0709-7A11-7F1D-34DF-8F985AA0B658}"/>
          </ac:picMkLst>
        </pc:picChg>
        <pc:picChg chg="mod topLvl">
          <ac:chgData name="Oumayma Selmen" userId="2b25d63dd9e0eb8f" providerId="LiveId" clId="{7FB99136-C526-430D-B930-DC2125A2397C}" dt="2026-01-21T19:53:31.248" v="1083" actId="1076"/>
          <ac:picMkLst>
            <pc:docMk/>
            <pc:sldMk cId="1031385720" sldId="277"/>
            <ac:picMk id="12" creationId="{EFB6BEF8-72E4-02BB-E68F-464D0FA5C6BA}"/>
          </ac:picMkLst>
        </pc:picChg>
      </pc:sldChg>
      <pc:sldChg chg="addSp delSp modSp add mod">
        <pc:chgData name="Oumayma Selmen" userId="2b25d63dd9e0eb8f" providerId="LiveId" clId="{7FB99136-C526-430D-B930-DC2125A2397C}" dt="2026-01-22T19:56:32.964" v="1683" actId="1076"/>
        <pc:sldMkLst>
          <pc:docMk/>
          <pc:sldMk cId="2581924214" sldId="278"/>
        </pc:sldMkLst>
        <pc:spChg chg="mod">
          <ac:chgData name="Oumayma Selmen" userId="2b25d63dd9e0eb8f" providerId="LiveId" clId="{7FB99136-C526-430D-B930-DC2125A2397C}" dt="2026-01-22T19:56:32.964" v="1683" actId="1076"/>
          <ac:spMkLst>
            <pc:docMk/>
            <pc:sldMk cId="2581924214" sldId="278"/>
            <ac:spMk id="4" creationId="{B3A6C566-4F0A-B693-9473-0B3513BC9F74}"/>
          </ac:spMkLst>
        </pc:spChg>
        <pc:graphicFrameChg chg="add mod modGraphic">
          <ac:chgData name="Oumayma Selmen" userId="2b25d63dd9e0eb8f" providerId="LiveId" clId="{7FB99136-C526-430D-B930-DC2125A2397C}" dt="2026-01-22T19:19:31.793" v="1598" actId="20577"/>
          <ac:graphicFrameMkLst>
            <pc:docMk/>
            <pc:sldMk cId="2581924214" sldId="278"/>
            <ac:graphicFrameMk id="3" creationId="{A4CB2CA1-923D-AD64-A87D-FF3A90CBB7EB}"/>
          </ac:graphicFrameMkLst>
        </pc:graphicFrameChg>
      </pc:sldChg>
      <pc:sldChg chg="addSp delSp modSp add del mod ord">
        <pc:chgData name="Oumayma Selmen" userId="2b25d63dd9e0eb8f" providerId="LiveId" clId="{7FB99136-C526-430D-B930-DC2125A2397C}" dt="2026-01-21T15:03:49.848" v="886" actId="5793"/>
        <pc:sldMkLst>
          <pc:docMk/>
          <pc:sldMk cId="2966405640" sldId="279"/>
        </pc:sldMkLst>
        <pc:spChg chg="mod">
          <ac:chgData name="Oumayma Selmen" userId="2b25d63dd9e0eb8f" providerId="LiveId" clId="{7FB99136-C526-430D-B930-DC2125A2397C}" dt="2026-01-21T14:32:44.528" v="833" actId="14100"/>
          <ac:spMkLst>
            <pc:docMk/>
            <pc:sldMk cId="2966405640" sldId="279"/>
            <ac:spMk id="4" creationId="{3C54D1AC-EE76-EE4B-D090-4E525C2914BA}"/>
          </ac:spMkLst>
        </pc:spChg>
        <pc:spChg chg="add mod">
          <ac:chgData name="Oumayma Selmen" userId="2b25d63dd9e0eb8f" providerId="LiveId" clId="{7FB99136-C526-430D-B930-DC2125A2397C}" dt="2026-01-21T15:03:49.848" v="886" actId="5793"/>
          <ac:spMkLst>
            <pc:docMk/>
            <pc:sldMk cId="2966405640" sldId="279"/>
            <ac:spMk id="7" creationId="{C976B6B1-9095-2859-4929-FADA210F526E}"/>
          </ac:spMkLst>
        </pc:spChg>
      </pc:sldChg>
      <pc:sldChg chg="addSp delSp modSp add mod">
        <pc:chgData name="Oumayma Selmen" userId="2b25d63dd9e0eb8f" providerId="LiveId" clId="{7FB99136-C526-430D-B930-DC2125A2397C}" dt="2026-01-21T15:41:05.525" v="938" actId="123"/>
        <pc:sldMkLst>
          <pc:docMk/>
          <pc:sldMk cId="2303678589" sldId="280"/>
        </pc:sldMkLst>
        <pc:spChg chg="mod">
          <ac:chgData name="Oumayma Selmen" userId="2b25d63dd9e0eb8f" providerId="LiveId" clId="{7FB99136-C526-430D-B930-DC2125A2397C}" dt="2026-01-21T15:39:13.263" v="926" actId="20577"/>
          <ac:spMkLst>
            <pc:docMk/>
            <pc:sldMk cId="2303678589" sldId="280"/>
            <ac:spMk id="4" creationId="{FE9424D5-A80F-3F50-0DC7-97621500A94B}"/>
          </ac:spMkLst>
        </pc:spChg>
        <pc:spChg chg="add mod">
          <ac:chgData name="Oumayma Selmen" userId="2b25d63dd9e0eb8f" providerId="LiveId" clId="{7FB99136-C526-430D-B930-DC2125A2397C}" dt="2026-01-21T15:41:05.525" v="938" actId="123"/>
          <ac:spMkLst>
            <pc:docMk/>
            <pc:sldMk cId="2303678589" sldId="280"/>
            <ac:spMk id="5" creationId="{DE267513-B19B-B915-06D3-3DDC24C80CA2}"/>
          </ac:spMkLst>
        </pc:spChg>
      </pc:sldChg>
      <pc:sldChg chg="addSp delSp modSp add mod setBg">
        <pc:chgData name="Oumayma Selmen" userId="2b25d63dd9e0eb8f" providerId="LiveId" clId="{7FB99136-C526-430D-B930-DC2125A2397C}" dt="2026-01-22T13:16:05.646" v="1469" actId="122"/>
        <pc:sldMkLst>
          <pc:docMk/>
          <pc:sldMk cId="3643630151" sldId="281"/>
        </pc:sldMkLst>
        <pc:spChg chg="mod ord">
          <ac:chgData name="Oumayma Selmen" userId="2b25d63dd9e0eb8f" providerId="LiveId" clId="{7FB99136-C526-430D-B930-DC2125A2397C}" dt="2026-01-22T13:15:20.233" v="1462" actId="26606"/>
          <ac:spMkLst>
            <pc:docMk/>
            <pc:sldMk cId="3643630151" sldId="281"/>
            <ac:spMk id="2" creationId="{0838DBA5-DF89-769F-9602-82BD5AF917A3}"/>
          </ac:spMkLst>
        </pc:spChg>
        <pc:spChg chg="del">
          <ac:chgData name="Oumayma Selmen" userId="2b25d63dd9e0eb8f" providerId="LiveId" clId="{7FB99136-C526-430D-B930-DC2125A2397C}" dt="2026-01-22T13:13:40.146" v="1444" actId="478"/>
          <ac:spMkLst>
            <pc:docMk/>
            <pc:sldMk cId="3643630151" sldId="281"/>
            <ac:spMk id="5" creationId="{31502F23-DC8B-DB17-7075-85FE09E6794F}"/>
          </ac:spMkLst>
        </pc:spChg>
        <pc:spChg chg="mod">
          <ac:chgData name="Oumayma Selmen" userId="2b25d63dd9e0eb8f" providerId="LiveId" clId="{7FB99136-C526-430D-B930-DC2125A2397C}" dt="2026-01-22T13:16:05.646" v="1469" actId="122"/>
          <ac:spMkLst>
            <pc:docMk/>
            <pc:sldMk cId="3643630151" sldId="281"/>
            <ac:spMk id="6" creationId="{DFF8A31F-0ADD-0FB0-3A94-D6EBBC0B55BF}"/>
          </ac:spMkLst>
        </pc:spChg>
        <pc:spChg chg="add">
          <ac:chgData name="Oumayma Selmen" userId="2b25d63dd9e0eb8f" providerId="LiveId" clId="{7FB99136-C526-430D-B930-DC2125A2397C}" dt="2026-01-22T13:15:20.233" v="1462" actId="26606"/>
          <ac:spMkLst>
            <pc:docMk/>
            <pc:sldMk cId="3643630151" sldId="281"/>
            <ac:spMk id="11" creationId="{06DA9DF9-31F7-4056-B42E-878CC92417B8}"/>
          </ac:spMkLst>
        </pc:spChg>
        <pc:picChg chg="add mod">
          <ac:chgData name="Oumayma Selmen" userId="2b25d63dd9e0eb8f" providerId="LiveId" clId="{7FB99136-C526-430D-B930-DC2125A2397C}" dt="2026-01-22T13:15:53.329" v="1466" actId="1076"/>
          <ac:picMkLst>
            <pc:docMk/>
            <pc:sldMk cId="3643630151" sldId="281"/>
            <ac:picMk id="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159F23-2349-46A1-959F-196BBDD711EF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B600E-4DA1-4808-8345-8FF359EC97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056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B600E-4DA1-4808-8345-8FF359EC973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0117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86B5-ECF4-44EC-8578-A67501D7FBA9}" type="datetime1">
              <a:rPr lang="fr-FR" smtClean="0"/>
              <a:t>23/01/2026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679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D5964-3CB8-4E3A-B84E-7C1B58695F77}" type="datetime1">
              <a:rPr lang="fr-FR" smtClean="0"/>
              <a:t>23/01/2026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6566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3AE0-C4FB-4350-A7F4-F350799CF0CA}" type="datetime1">
              <a:rPr lang="fr-FR" smtClean="0"/>
              <a:t>23/01/2026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6297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388C-65E5-432F-AAF7-9874E23B65F8}" type="datetime1">
              <a:rPr lang="fr-FR" smtClean="0"/>
              <a:t>23/01/2026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0143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D2C-7A8D-4532-8AAD-AEAA5AEBF7D8}" type="datetime1">
              <a:rPr lang="fr-FR" smtClean="0"/>
              <a:t>23/01/2026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2971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A24A5-0095-4E76-9B03-07ABA0A22254}" type="datetime1">
              <a:rPr lang="fr-FR" smtClean="0"/>
              <a:t>23/01/2026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2393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391C5-F8FD-40AE-8520-A79C738C57C5}" type="datetime1">
              <a:rPr lang="fr-FR" smtClean="0"/>
              <a:t>23/01/2026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4189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D72CB-CE3B-485A-AB2C-8DFF97B3AEE0}" type="datetime1">
              <a:rPr lang="fr-FR" smtClean="0"/>
              <a:t>23/01/2026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1037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5ED66-0A70-4D55-A7A1-BCACE42A3300}" type="datetime1">
              <a:rPr lang="fr-FR" smtClean="0"/>
              <a:t>23/01/2026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7890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528B9-B6EE-4458-8DD1-0D7C18EF9ECD}" type="datetime1">
              <a:rPr lang="fr-FR" smtClean="0"/>
              <a:t>23/01/2026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9475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EBD67-0F34-4E91-A898-BF3B35E96298}" type="datetime1">
              <a:rPr lang="fr-FR" smtClean="0"/>
              <a:t>23/01/2026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1448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F83EFFF-5369-4985-8A53-E87D58A26EAC}" type="datetime1">
              <a:rPr lang="fr-FR" smtClean="0"/>
              <a:t>23/01/2026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B47E652-F4A8-406A-A41D-4BEFA8E448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35687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7596DC4E-24DB-C015-35EC-C4E3D4C23C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673" b="33986"/>
          <a:stretch>
            <a:fillRect/>
          </a:stretch>
        </p:blipFill>
        <p:spPr>
          <a:xfrm>
            <a:off x="0" y="10"/>
            <a:ext cx="9669642" cy="685799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2ED616D6-B09F-F58F-1DB9-D98AAE1C1851}"/>
              </a:ext>
            </a:extLst>
          </p:cNvPr>
          <p:cNvSpPr/>
          <p:nvPr/>
        </p:nvSpPr>
        <p:spPr>
          <a:xfrm>
            <a:off x="7935402" y="1307689"/>
            <a:ext cx="3902637" cy="3127785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+mj-lt"/>
                <a:ea typeface="+mj-ea"/>
                <a:cs typeface="+mj-cs"/>
              </a:rPr>
              <a:t>Migration de Données </a:t>
            </a:r>
            <a:r>
              <a:rPr lang="en-US" sz="4400" dirty="0" err="1">
                <a:latin typeface="+mj-lt"/>
                <a:ea typeface="+mj-ea"/>
                <a:cs typeface="+mj-cs"/>
              </a:rPr>
              <a:t>Médicales</a:t>
            </a:r>
            <a:r>
              <a:rPr lang="en-US" sz="4400" dirty="0">
                <a:latin typeface="+mj-lt"/>
                <a:ea typeface="+mj-ea"/>
                <a:cs typeface="+mj-cs"/>
              </a:rPr>
              <a:t> vers MongoDB avec Docker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C3AFB95-0035-E184-995D-B47951273C3C}"/>
              </a:ext>
            </a:extLst>
          </p:cNvPr>
          <p:cNvSpPr/>
          <p:nvPr/>
        </p:nvSpPr>
        <p:spPr>
          <a:xfrm>
            <a:off x="7935403" y="4629234"/>
            <a:ext cx="3445766" cy="148531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/>
              <a:t>Une solution scalable pour notre client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15A0B94-5D4D-FA5E-A41C-0378084D4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848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F078D3-B55D-E7DF-8FEE-32B0F59FB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A045BE8-524D-E798-97F0-E1D2A7CD13BB}"/>
              </a:ext>
            </a:extLst>
          </p:cNvPr>
          <p:cNvSpPr txBox="1"/>
          <p:nvPr/>
        </p:nvSpPr>
        <p:spPr>
          <a:xfrm>
            <a:off x="300845" y="596348"/>
            <a:ext cx="9098794" cy="610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450"/>
              </a:lnSpc>
              <a:buFont typeface="Wingdings" panose="05000000000000000000" pitchFamily="2" charset="2"/>
              <a:buChar char="Ø"/>
            </a:pPr>
            <a:r>
              <a:rPr lang="en-US" sz="2700" b="1" dirty="0" err="1">
                <a:solidFill>
                  <a:srgbClr val="F7F7F8"/>
                </a:solidFill>
                <a:latin typeface="Avenir Next LT Pro" panose="020B0504020202020204" pitchFamily="34" charset="0"/>
                <a:ea typeface="Inter" panose="020B0604020202020204" charset="0"/>
                <a:cs typeface="DM Sans Medium" pitchFamily="34" charset="-120"/>
              </a:rPr>
              <a:t>Contexte</a:t>
            </a:r>
            <a:r>
              <a:rPr lang="en-US" sz="2700" b="1" dirty="0">
                <a:solidFill>
                  <a:srgbClr val="F7F7F8"/>
                </a:solidFill>
                <a:latin typeface="Avenir Next LT Pro" panose="020B0504020202020204" pitchFamily="34" charset="0"/>
                <a:ea typeface="Inter" panose="020B0604020202020204" charset="0"/>
                <a:cs typeface="DM Sans Medium" pitchFamily="34" charset="-120"/>
              </a:rPr>
              <a:t> de la Mission : Un </a:t>
            </a:r>
            <a:r>
              <a:rPr lang="en-US" sz="2700" b="1" dirty="0" err="1">
                <a:solidFill>
                  <a:srgbClr val="F7F7F8"/>
                </a:solidFill>
                <a:latin typeface="Avenir Next LT Pro" panose="020B0504020202020204" pitchFamily="34" charset="0"/>
                <a:ea typeface="Inter" panose="020B0604020202020204" charset="0"/>
                <a:cs typeface="DM Sans Medium" pitchFamily="34" charset="-120"/>
              </a:rPr>
              <a:t>Défi</a:t>
            </a:r>
            <a:r>
              <a:rPr lang="en-US" sz="2700" b="1" dirty="0">
                <a:solidFill>
                  <a:srgbClr val="F7F7F8"/>
                </a:solidFill>
                <a:latin typeface="Avenir Next LT Pro" panose="020B0504020202020204" pitchFamily="34" charset="0"/>
                <a:ea typeface="Inter" panose="020B0604020202020204" charset="0"/>
                <a:cs typeface="DM Sans Medium" pitchFamily="34" charset="-120"/>
              </a:rPr>
              <a:t> de </a:t>
            </a:r>
            <a:r>
              <a:rPr lang="en-US" sz="2700" b="1" dirty="0" err="1">
                <a:solidFill>
                  <a:srgbClr val="F7F7F8"/>
                </a:solidFill>
                <a:latin typeface="Avenir Next LT Pro" panose="020B0504020202020204" pitchFamily="34" charset="0"/>
                <a:ea typeface="Inter" panose="020B0604020202020204" charset="0"/>
                <a:cs typeface="DM Sans Medium" pitchFamily="34" charset="-120"/>
              </a:rPr>
              <a:t>Scalabilité</a:t>
            </a:r>
            <a:endParaRPr lang="en-US" sz="2700" b="1" dirty="0">
              <a:latin typeface="Avenir Next LT Pro" panose="020B0504020202020204" pitchFamily="34" charset="0"/>
              <a:ea typeface="Inter" panose="020B0604020202020204" charset="0"/>
            </a:endParaRPr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E6DCB72A-383B-2F8B-7D9A-F02A58B03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6851" y="0"/>
            <a:ext cx="3215149" cy="6857999"/>
          </a:xfrm>
          <a:prstGeom prst="rect">
            <a:avLst/>
          </a:prstGeom>
        </p:spPr>
      </p:pic>
      <p:sp>
        <p:nvSpPr>
          <p:cNvPr id="36" name="Text 1"/>
          <p:cNvSpPr/>
          <p:nvPr/>
        </p:nvSpPr>
        <p:spPr>
          <a:xfrm>
            <a:off x="609599" y="1929212"/>
            <a:ext cx="6427532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ts val="2450"/>
              </a:lnSpc>
              <a:buFont typeface="Wingdings" panose="05000000000000000000" pitchFamily="2" charset="2"/>
              <a:buChar char="v"/>
            </a:pPr>
            <a:r>
              <a:rPr lang="en-US" sz="1750" dirty="0">
                <a:latin typeface="Avenir Next LT Pro" panose="020B0504020202020204" pitchFamily="34" charset="0"/>
                <a:ea typeface="Inter" pitchFamily="34" charset="-122"/>
                <a:cs typeface="Inter" pitchFamily="34" charset="-120"/>
              </a:rPr>
              <a:t>La problématique centrale était la scalabilité d'un dataset conséquent de 55 500 dossiers patients. Cette approche posait des défis significatifs en termes de gestion, de performance et d'accès aux données.</a:t>
            </a:r>
            <a:endParaRPr lang="en-US" sz="1750" dirty="0">
              <a:latin typeface="Avenir Next LT Pro" panose="020B0504020202020204" pitchFamily="34" charset="0"/>
            </a:endParaRPr>
          </a:p>
        </p:txBody>
      </p: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70887A4E-1186-0716-E8E7-0E9F5719A61B}"/>
              </a:ext>
            </a:extLst>
          </p:cNvPr>
          <p:cNvGrpSpPr/>
          <p:nvPr/>
        </p:nvGrpSpPr>
        <p:grpSpPr>
          <a:xfrm>
            <a:off x="609598" y="3605981"/>
            <a:ext cx="6558117" cy="1141809"/>
            <a:chOff x="1134188" y="2948106"/>
            <a:chExt cx="6558117" cy="1141809"/>
          </a:xfrm>
        </p:grpSpPr>
        <p:sp>
          <p:nvSpPr>
            <p:cNvPr id="38" name="Shape 2"/>
            <p:cNvSpPr/>
            <p:nvPr/>
          </p:nvSpPr>
          <p:spPr>
            <a:xfrm>
              <a:off x="1134188" y="2948106"/>
              <a:ext cx="6558117" cy="1141809"/>
            </a:xfrm>
            <a:prstGeom prst="roundRect">
              <a:avLst>
                <a:gd name="adj" fmla="val 2564"/>
              </a:avLst>
            </a:prstGeom>
            <a:solidFill>
              <a:srgbClr val="110745"/>
            </a:solidFill>
            <a:ln/>
          </p:spPr>
          <p:txBody>
            <a:bodyPr/>
            <a:lstStyle/>
            <a:p>
              <a:endParaRPr lang="fr-FR"/>
            </a:p>
          </p:txBody>
        </p: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5C9B2BE7-9F77-0345-46E2-FAE542A86069}"/>
                </a:ext>
              </a:extLst>
            </p:cNvPr>
            <p:cNvGrpSpPr/>
            <p:nvPr/>
          </p:nvGrpSpPr>
          <p:grpSpPr>
            <a:xfrm>
              <a:off x="1336953" y="3206591"/>
              <a:ext cx="6224768" cy="624840"/>
              <a:chOff x="1336953" y="3206591"/>
              <a:chExt cx="6224768" cy="624840"/>
            </a:xfrm>
          </p:grpSpPr>
          <p:pic>
            <p:nvPicPr>
              <p:cNvPr id="40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6953" y="3264337"/>
                <a:ext cx="243959" cy="195143"/>
              </a:xfrm>
              <a:prstGeom prst="rect">
                <a:avLst/>
              </a:prstGeom>
            </p:spPr>
          </p:pic>
          <p:sp>
            <p:nvSpPr>
              <p:cNvPr id="41" name="Text 3"/>
              <p:cNvSpPr/>
              <p:nvPr/>
            </p:nvSpPr>
            <p:spPr>
              <a:xfrm>
                <a:off x="1776055" y="3206591"/>
                <a:ext cx="5785666" cy="6248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just">
                  <a:lnSpc>
                    <a:spcPts val="2450"/>
                  </a:lnSpc>
                  <a:buNone/>
                </a:pPr>
                <a:r>
                  <a:rPr lang="en-US" sz="1750" dirty="0">
                    <a:solidFill>
                      <a:srgbClr val="FFFFFF"/>
                    </a:solidFill>
                    <a:latin typeface="Avenir Next LT Pro" panose="020B0504020202020204" pitchFamily="34" charset="0"/>
                    <a:ea typeface="Inter" pitchFamily="34" charset="-122"/>
                    <a:cs typeface="Inter" pitchFamily="34" charset="-120"/>
                  </a:rPr>
                  <a:t>Le volume important de données nécessitait une solution robuste pour garantir la fluidité des opérations.</a:t>
                </a:r>
                <a:endParaRPr lang="en-US" sz="1750" dirty="0">
                  <a:latin typeface="Avenir Next LT Pro" panose="020B0504020202020204" pitchFamily="34" charset="0"/>
                </a:endParaRPr>
              </a:p>
            </p:txBody>
          </p:sp>
        </p:grpSp>
      </p:grp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8A2A8D0-8A25-AE99-02C3-CB5D57307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5394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413C6-7EE8-C08A-7ABB-B54C1E228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B7FEBBD-73A5-9929-37D3-EF23DC0793C6}"/>
              </a:ext>
            </a:extLst>
          </p:cNvPr>
          <p:cNvSpPr txBox="1"/>
          <p:nvPr/>
        </p:nvSpPr>
        <p:spPr>
          <a:xfrm>
            <a:off x="461051" y="428498"/>
            <a:ext cx="8328988" cy="610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450"/>
              </a:lnSpc>
              <a:buFont typeface="Wingdings" panose="05000000000000000000" pitchFamily="2" charset="2"/>
              <a:buChar char="Ø"/>
            </a:pPr>
            <a:r>
              <a:rPr lang="en-US" sz="2700" b="1" dirty="0" err="1">
                <a:solidFill>
                  <a:srgbClr val="F7F7F8"/>
                </a:solidFill>
                <a:latin typeface="Avenir Next LT Pro" panose="020B0504020202020204" pitchFamily="34" charset="0"/>
                <a:ea typeface="Inter" panose="020B0604020202020204" charset="0"/>
                <a:cs typeface="DM Sans Medium" pitchFamily="34" charset="-120"/>
              </a:rPr>
              <a:t>Contexte</a:t>
            </a:r>
            <a:r>
              <a:rPr lang="en-US" sz="2700" b="1" dirty="0">
                <a:solidFill>
                  <a:srgbClr val="F7F7F8"/>
                </a:solidFill>
                <a:latin typeface="Avenir Next LT Pro" panose="020B0504020202020204" pitchFamily="34" charset="0"/>
                <a:ea typeface="Inter" panose="020B0604020202020204" charset="0"/>
                <a:cs typeface="DM Sans Medium" pitchFamily="34" charset="-120"/>
              </a:rPr>
              <a:t> de la Mission : Un </a:t>
            </a:r>
            <a:r>
              <a:rPr lang="en-US" sz="2700" b="1" dirty="0" err="1">
                <a:solidFill>
                  <a:srgbClr val="F7F7F8"/>
                </a:solidFill>
                <a:latin typeface="Avenir Next LT Pro" panose="020B0504020202020204" pitchFamily="34" charset="0"/>
                <a:ea typeface="Inter" panose="020B0604020202020204" charset="0"/>
                <a:cs typeface="DM Sans Medium" pitchFamily="34" charset="-120"/>
              </a:rPr>
              <a:t>Défi</a:t>
            </a:r>
            <a:r>
              <a:rPr lang="en-US" sz="2700" b="1" dirty="0">
                <a:solidFill>
                  <a:srgbClr val="F7F7F8"/>
                </a:solidFill>
                <a:latin typeface="Avenir Next LT Pro" panose="020B0504020202020204" pitchFamily="34" charset="0"/>
                <a:ea typeface="Inter" panose="020B0604020202020204" charset="0"/>
                <a:cs typeface="DM Sans Medium" pitchFamily="34" charset="-120"/>
              </a:rPr>
              <a:t> de </a:t>
            </a:r>
            <a:r>
              <a:rPr lang="en-US" sz="2700" b="1" dirty="0" err="1">
                <a:solidFill>
                  <a:srgbClr val="F7F7F8"/>
                </a:solidFill>
                <a:latin typeface="Avenir Next LT Pro" panose="020B0504020202020204" pitchFamily="34" charset="0"/>
                <a:ea typeface="Inter" panose="020B0604020202020204" charset="0"/>
                <a:cs typeface="DM Sans Medium" pitchFamily="34" charset="-120"/>
              </a:rPr>
              <a:t>Scalabilité</a:t>
            </a:r>
            <a:endParaRPr lang="en-US" sz="2700" b="1" dirty="0">
              <a:latin typeface="Avenir Next LT Pro" panose="020B0504020202020204" pitchFamily="34" charset="0"/>
              <a:ea typeface="Inter" panose="020B060402020202020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A4C252E-7D24-A744-0ABF-4ABBA8E19CAA}"/>
              </a:ext>
            </a:extLst>
          </p:cNvPr>
          <p:cNvSpPr txBox="1"/>
          <p:nvPr/>
        </p:nvSpPr>
        <p:spPr>
          <a:xfrm>
            <a:off x="737418" y="2500357"/>
            <a:ext cx="10609007" cy="103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245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latin typeface="Avenir Next LT Pro" panose="020B0504020202020204" pitchFamily="34" charset="0"/>
                <a:ea typeface="Inter" pitchFamily="34" charset="-122"/>
              </a:rPr>
              <a:t>Migrer vers une base NoSQL (MongoDB) pour la scalabilité.</a:t>
            </a:r>
          </a:p>
          <a:p>
            <a:pPr marL="285750" indent="-285750" algn="just">
              <a:lnSpc>
                <a:spcPts val="245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latin typeface="Avenir Next LT Pro" panose="020B0504020202020204" pitchFamily="34" charset="0"/>
                <a:ea typeface="Inter" pitchFamily="34" charset="-122"/>
              </a:rPr>
              <a:t>Conteneuriser l'environnement avec Docker pour la portabilité.</a:t>
            </a:r>
          </a:p>
          <a:p>
            <a:pPr marL="285750" indent="-285750" algn="just">
              <a:lnSpc>
                <a:spcPts val="245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latin typeface="Avenir Next LT Pro" panose="020B0504020202020204" pitchFamily="34" charset="0"/>
                <a:ea typeface="Inter" pitchFamily="34" charset="-122"/>
              </a:rPr>
              <a:t>Sécuriser les données sensibles via un système d'authentification strict.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D788907-2264-7A07-9D5C-ECFF8944896E}"/>
              </a:ext>
            </a:extLst>
          </p:cNvPr>
          <p:cNvSpPr txBox="1"/>
          <p:nvPr/>
        </p:nvSpPr>
        <p:spPr>
          <a:xfrm>
            <a:off x="737418" y="1832765"/>
            <a:ext cx="6096000" cy="38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450"/>
              </a:lnSpc>
              <a:buFont typeface="Wingdings" panose="05000000000000000000" pitchFamily="2" charset="2"/>
              <a:buChar char="v"/>
            </a:pPr>
            <a:r>
              <a:rPr lang="fr-FR" sz="1750" dirty="0">
                <a:latin typeface="Avenir Next LT Pro" panose="020B0504020202020204" pitchFamily="34" charset="0"/>
                <a:ea typeface="Inter" pitchFamily="34" charset="-122"/>
              </a:rPr>
              <a:t>Objectifs clés :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1A4C6D5-90B8-EB96-A160-AF48CA7AA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423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106A4-9797-20FD-D63B-60F673729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3A6C566-4F0A-B693-9473-0B3513BC9F74}"/>
              </a:ext>
            </a:extLst>
          </p:cNvPr>
          <p:cNvSpPr txBox="1"/>
          <p:nvPr/>
        </p:nvSpPr>
        <p:spPr>
          <a:xfrm>
            <a:off x="324465" y="566150"/>
            <a:ext cx="7719387" cy="610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450"/>
              </a:lnSpc>
              <a:buFont typeface="Wingdings" panose="05000000000000000000" pitchFamily="2" charset="2"/>
              <a:buChar char="Ø"/>
            </a:pPr>
            <a:r>
              <a:rPr lang="fr-FR" sz="2700" b="1" dirty="0">
                <a:latin typeface="Avenir Next LT Pro" panose="020B0504020202020204" pitchFamily="34" charset="0"/>
              </a:rPr>
              <a:t>Choix Technologiques et Valeurs Ajoutées</a:t>
            </a:r>
            <a:endParaRPr lang="en-US" sz="2700" b="1" dirty="0">
              <a:latin typeface="Avenir Next LT Pro" panose="020B0504020202020204" pitchFamily="34" charset="0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A4CB2CA1-923D-AD64-A87D-FF3A90CBB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69874"/>
              </p:ext>
            </p:extLst>
          </p:nvPr>
        </p:nvGraphicFramePr>
        <p:xfrm>
          <a:off x="324465" y="1905535"/>
          <a:ext cx="11543070" cy="4238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9982">
                  <a:extLst>
                    <a:ext uri="{9D8B030D-6E8A-4147-A177-3AD203B41FA5}">
                      <a16:colId xmlns:a16="http://schemas.microsoft.com/office/drawing/2014/main" val="2723672906"/>
                    </a:ext>
                  </a:extLst>
                </a:gridCol>
                <a:gridCol w="2964198">
                  <a:extLst>
                    <a:ext uri="{9D8B030D-6E8A-4147-A177-3AD203B41FA5}">
                      <a16:colId xmlns:a16="http://schemas.microsoft.com/office/drawing/2014/main" val="2491674059"/>
                    </a:ext>
                  </a:extLst>
                </a:gridCol>
                <a:gridCol w="5988890">
                  <a:extLst>
                    <a:ext uri="{9D8B030D-6E8A-4147-A177-3AD203B41FA5}">
                      <a16:colId xmlns:a16="http://schemas.microsoft.com/office/drawing/2014/main" val="1113126326"/>
                    </a:ext>
                  </a:extLst>
                </a:gridCol>
              </a:tblGrid>
              <a:tr h="49288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Technologie</a:t>
                      </a:r>
                    </a:p>
                  </a:txBody>
                  <a:tcPr marL="22860" marR="22860" marT="15240" marB="15240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Rôle dans le projet</a:t>
                      </a:r>
                    </a:p>
                  </a:txBody>
                  <a:tcPr marL="22860" marR="22860" marT="15240" marB="15240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dirty="0">
                          <a:effectLst/>
                        </a:rPr>
                        <a:t>Valeur ajoutée pour le client</a:t>
                      </a:r>
                    </a:p>
                  </a:txBody>
                  <a:tcPr marL="0" marR="0" marT="15240" marB="15240"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461636"/>
                  </a:ext>
                </a:extLst>
              </a:tr>
              <a:tr h="93648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fr-FR" dirty="0">
                          <a:effectLst/>
                        </a:rPr>
                        <a:t> Docker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fr-FR" dirty="0">
                          <a:effectLst/>
                        </a:rPr>
                        <a:t>  Orchestration &amp; Isolation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lvl="0" indent="0" algn="l" rtl="0" fontAlgn="b">
                        <a:buFontTx/>
                        <a:buNone/>
                      </a:pPr>
                      <a:r>
                        <a:rPr lang="fr-FR" b="1" dirty="0">
                          <a:effectLst/>
                        </a:rPr>
                        <a:t>Portabilité immédiate : </a:t>
                      </a:r>
                      <a:r>
                        <a:rPr lang="fr-FR" dirty="0">
                          <a:effectLst/>
                        </a:rPr>
                        <a:t>Déploiement identique sur n'importe quel serveur.</a:t>
                      </a:r>
                    </a:p>
                  </a:txBody>
                  <a:tcPr marL="108000" marR="0" marT="15240" marB="15240" anchor="ctr"/>
                </a:tc>
                <a:extLst>
                  <a:ext uri="{0D108BD9-81ED-4DB2-BD59-A6C34878D82A}">
                    <a16:rowId xmlns:a16="http://schemas.microsoft.com/office/drawing/2014/main" val="1930006129"/>
                  </a:ext>
                </a:extLst>
              </a:tr>
              <a:tr h="93648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fr-FR" dirty="0">
                          <a:effectLst/>
                        </a:rPr>
                        <a:t> MongoDB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fr-FR" dirty="0">
                          <a:effectLst/>
                        </a:rPr>
                        <a:t>  Stockage NoSQL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lvl="0" indent="0" algn="l" rtl="0" fontAlgn="b">
                        <a:buFontTx/>
                        <a:buNone/>
                      </a:pPr>
                      <a:r>
                        <a:rPr lang="fr-FR" b="1" dirty="0">
                          <a:effectLst/>
                        </a:rPr>
                        <a:t>Flexibilité : </a:t>
                      </a:r>
                      <a:r>
                        <a:rPr lang="fr-FR" dirty="0">
                          <a:effectLst/>
                        </a:rPr>
                        <a:t>Structure JSON adaptée à l'évolution des dossiers médicaux.</a:t>
                      </a:r>
                    </a:p>
                  </a:txBody>
                  <a:tcPr marL="108000" marR="0" marT="15240" marB="15240" anchor="ctr"/>
                </a:tc>
                <a:extLst>
                  <a:ext uri="{0D108BD9-81ED-4DB2-BD59-A6C34878D82A}">
                    <a16:rowId xmlns:a16="http://schemas.microsoft.com/office/drawing/2014/main" val="764172587"/>
                  </a:ext>
                </a:extLst>
              </a:tr>
              <a:tr h="93648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fr-FR" dirty="0">
                          <a:effectLst/>
                        </a:rPr>
                        <a:t> Python/Pandas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fr-FR" dirty="0">
                          <a:effectLst/>
                        </a:rPr>
                        <a:t>  Moteur d'Ingestion (ETL)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lvl="0" indent="0" algn="l" rtl="0" fontAlgn="b">
                        <a:buFontTx/>
                        <a:buNone/>
                      </a:pPr>
                      <a:r>
                        <a:rPr lang="fr-FR" b="1" dirty="0">
                          <a:effectLst/>
                        </a:rPr>
                        <a:t>Performance : </a:t>
                      </a:r>
                      <a:r>
                        <a:rPr lang="fr-FR" dirty="0">
                          <a:effectLst/>
                        </a:rPr>
                        <a:t>Migration rapide et sécurisée des 55 500 lignes.</a:t>
                      </a:r>
                    </a:p>
                  </a:txBody>
                  <a:tcPr marL="108000" marR="0" marT="15240" marB="15240" anchor="ctr"/>
                </a:tc>
                <a:extLst>
                  <a:ext uri="{0D108BD9-81ED-4DB2-BD59-A6C34878D82A}">
                    <a16:rowId xmlns:a16="http://schemas.microsoft.com/office/drawing/2014/main" val="252090903"/>
                  </a:ext>
                </a:extLst>
              </a:tr>
              <a:tr h="93648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fr-FR" dirty="0">
                          <a:effectLst/>
                        </a:rPr>
                        <a:t> RBAC (Sécurité)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fr-FR" dirty="0">
                          <a:effectLst/>
                        </a:rPr>
                        <a:t>  Contrôle d'accès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lvl="0" indent="0" algn="l" rtl="0" fontAlgn="b">
                        <a:buFontTx/>
                        <a:buNone/>
                      </a:pPr>
                      <a:r>
                        <a:rPr lang="fr-FR" b="1" dirty="0">
                          <a:effectLst/>
                        </a:rPr>
                        <a:t>Confidentialité : </a:t>
                      </a:r>
                      <a:r>
                        <a:rPr lang="fr-FR" dirty="0">
                          <a:effectLst/>
                        </a:rPr>
                        <a:t>Accès restreint (Admin, Médecin et Analyste) par rôle.</a:t>
                      </a:r>
                    </a:p>
                  </a:txBody>
                  <a:tcPr marL="108000" marR="0" marT="15240" marB="15240" anchor="ctr"/>
                </a:tc>
                <a:extLst>
                  <a:ext uri="{0D108BD9-81ED-4DB2-BD59-A6C34878D82A}">
                    <a16:rowId xmlns:a16="http://schemas.microsoft.com/office/drawing/2014/main" val="3255474451"/>
                  </a:ext>
                </a:extLst>
              </a:tr>
            </a:tbl>
          </a:graphicData>
        </a:graphic>
      </p:graphicFrame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1F6E5A0-51B9-774C-FCC2-AD03BFBD9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1924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D1943-9484-611E-8735-CCAE7BB79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3C54D1AC-EE76-EE4B-D090-4E525C2914BA}"/>
              </a:ext>
            </a:extLst>
          </p:cNvPr>
          <p:cNvSpPr txBox="1"/>
          <p:nvPr/>
        </p:nvSpPr>
        <p:spPr>
          <a:xfrm>
            <a:off x="392227" y="713634"/>
            <a:ext cx="7906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700" b="1" dirty="0">
                <a:latin typeface="Avenir Next LT Pro" panose="020B0504020202020204" pitchFamily="34" charset="0"/>
              </a:rPr>
              <a:t>Architecture de la Base et Services Docker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66E356F-7D35-8E7E-D148-07183E6B2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5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976B6B1-9095-2859-4929-FADA210F526E}"/>
              </a:ext>
            </a:extLst>
          </p:cNvPr>
          <p:cNvSpPr txBox="1"/>
          <p:nvPr/>
        </p:nvSpPr>
        <p:spPr>
          <a:xfrm>
            <a:off x="530410" y="1820773"/>
            <a:ext cx="11131179" cy="3187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00" b="1" dirty="0">
                <a:latin typeface="Avenir Next LT Pro" panose="020B0504020202020204" pitchFamily="34" charset="0"/>
              </a:rPr>
              <a:t>Sécurité (Port 27019) : </a:t>
            </a:r>
            <a:r>
              <a:rPr lang="fr-FR" sz="1700" dirty="0">
                <a:latin typeface="Avenir Next LT Pro" panose="020B0504020202020204" pitchFamily="34" charset="0"/>
              </a:rPr>
              <a:t>On ne laisse pas la porte ouverte sur le port standard (27017). Le port 27019 agit comme une protection contre les robots qui scannent les bases de données par défaut.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700" b="1" dirty="0">
              <a:latin typeface="Avenir Next LT Pro" panose="020B05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00" b="1" dirty="0">
                <a:latin typeface="Avenir Next LT Pro" panose="020B0504020202020204" pitchFamily="34" charset="0"/>
              </a:rPr>
              <a:t>Persistance (Volumes Docker) : </a:t>
            </a:r>
            <a:r>
              <a:rPr lang="fr-FR" sz="1700" dirty="0">
                <a:latin typeface="Avenir Next LT Pro" panose="020B0504020202020204" pitchFamily="34" charset="0"/>
              </a:rPr>
              <a:t>Les données ne sont pas "dans" le conteneur mais sur le disque dur du serveur. Si le conteneur s'arrête, les 55 500 dossiers restent intacts.</a:t>
            </a:r>
          </a:p>
          <a:p>
            <a:pPr algn="just">
              <a:lnSpc>
                <a:spcPct val="150000"/>
              </a:lnSpc>
            </a:pPr>
            <a:endParaRPr lang="fr-FR" sz="1700" dirty="0">
              <a:latin typeface="Avenir Next LT Pro" panose="020B05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00" b="1" dirty="0">
                <a:latin typeface="Avenir Next LT Pro" panose="020B0504020202020204" pitchFamily="34" charset="0"/>
              </a:rPr>
              <a:t>Provisionnement Auto : </a:t>
            </a:r>
            <a:r>
              <a:rPr lang="fr-FR" sz="1700" dirty="0">
                <a:latin typeface="Avenir Next LT Pro" panose="020B0504020202020204" pitchFamily="34" charset="0"/>
              </a:rPr>
              <a:t>Le fichier init-db.js configure automatiquement les rôles RBAC dès le démarrage, sans action manuelle.</a:t>
            </a:r>
          </a:p>
        </p:txBody>
      </p:sp>
    </p:spTree>
    <p:extLst>
      <p:ext uri="{BB962C8B-B14F-4D97-AF65-F5344CB8AC3E}">
        <p14:creationId xmlns:p14="http://schemas.microsoft.com/office/powerpoint/2010/main" val="2966405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0B8050-34C8-AEA6-749A-D367D5D84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E9424D5-A80F-3F50-0DC7-97621500A94B}"/>
              </a:ext>
            </a:extLst>
          </p:cNvPr>
          <p:cNvSpPr txBox="1"/>
          <p:nvPr/>
        </p:nvSpPr>
        <p:spPr>
          <a:xfrm>
            <a:off x="392226" y="713634"/>
            <a:ext cx="117997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700" b="1" dirty="0">
                <a:latin typeface="Avenir Next LT Pro" panose="020B0504020202020204" pitchFamily="34" charset="0"/>
              </a:rPr>
              <a:t>Modélisation NoSQL &amp; Gestion des Accès (RBAC) Structure de la Donnée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7300D77-ECF2-B760-E6E6-30839F5AF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6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E267513-B19B-B915-06D3-3DDC24C80CA2}"/>
              </a:ext>
            </a:extLst>
          </p:cNvPr>
          <p:cNvSpPr txBox="1"/>
          <p:nvPr/>
        </p:nvSpPr>
        <p:spPr>
          <a:xfrm>
            <a:off x="608536" y="2138898"/>
            <a:ext cx="11180340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700" dirty="0">
                <a:latin typeface="Avenir Next LT Pro" panose="020B0504020202020204" pitchFamily="34" charset="0"/>
              </a:rPr>
              <a:t>Base : Healthcare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fr-FR" sz="1700" dirty="0">
              <a:latin typeface="Avenir Next LT Pro" panose="020B05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700" dirty="0">
                <a:latin typeface="Avenir Next LT Pro" panose="020B0504020202020204" pitchFamily="34" charset="0"/>
              </a:rPr>
              <a:t>Collection : Patients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fr-FR" sz="1700" dirty="0">
              <a:latin typeface="Avenir Next LT Pro" panose="020B05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700" dirty="0">
                <a:latin typeface="Avenir Next LT Pro" panose="020B0504020202020204" pitchFamily="34" charset="0"/>
              </a:rPr>
              <a:t>Format : JSON Flexible (Idéal pour l'évolution des dossiers médicaux).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fr-FR" sz="1700" dirty="0">
              <a:latin typeface="Avenir Next LT Pro" panose="020B05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700" dirty="0">
                <a:latin typeface="Avenir Next LT Pro" panose="020B0504020202020204" pitchFamily="34" charset="0"/>
              </a:rPr>
              <a:t>Contrôle d'Accès Granulaire (RBAC)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fr-FR" sz="1700" dirty="0">
              <a:latin typeface="Avenir Next LT Pro" panose="020B05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700" dirty="0">
                <a:latin typeface="Avenir Next LT Pro" panose="020B0504020202020204" pitchFamily="34" charset="0"/>
              </a:rPr>
              <a:t>Admin : Accès "Root" pour la maintenance système.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fr-FR" sz="1700" dirty="0">
              <a:latin typeface="Avenir Next LT Pro" panose="020B05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700" dirty="0" err="1">
                <a:latin typeface="Avenir Next LT Pro" panose="020B0504020202020204" pitchFamily="34" charset="0"/>
              </a:rPr>
              <a:t>User_Medical</a:t>
            </a:r>
            <a:r>
              <a:rPr lang="fr-FR" sz="1700" dirty="0">
                <a:latin typeface="Avenir Next LT Pro" panose="020B0504020202020204" pitchFamily="34" charset="0"/>
              </a:rPr>
              <a:t> : Droits </a:t>
            </a:r>
            <a:r>
              <a:rPr lang="fr-FR" sz="1700" dirty="0" err="1">
                <a:latin typeface="Avenir Next LT Pro" panose="020B0504020202020204" pitchFamily="34" charset="0"/>
              </a:rPr>
              <a:t>read</a:t>
            </a:r>
            <a:r>
              <a:rPr lang="fr-FR" sz="1700" dirty="0">
                <a:latin typeface="Avenir Next LT Pro" panose="020B0504020202020204" pitchFamily="34" charset="0"/>
              </a:rPr>
              <a:t> Write. Peut consulter et mettre à jour les dossiers patients.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fr-FR" sz="1700" dirty="0">
              <a:latin typeface="Avenir Next LT Pro" panose="020B05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700" dirty="0" err="1">
                <a:latin typeface="Avenir Next LT Pro" panose="020B0504020202020204" pitchFamily="34" charset="0"/>
              </a:rPr>
              <a:t>User_Analyste</a:t>
            </a:r>
            <a:r>
              <a:rPr lang="fr-FR" sz="1700" dirty="0">
                <a:latin typeface="Avenir Next LT Pro" panose="020B0504020202020204" pitchFamily="34" charset="0"/>
              </a:rPr>
              <a:t> : Droits </a:t>
            </a:r>
            <a:r>
              <a:rPr lang="fr-FR" sz="1700" dirty="0" err="1">
                <a:latin typeface="Avenir Next LT Pro" panose="020B0504020202020204" pitchFamily="34" charset="0"/>
              </a:rPr>
              <a:t>read</a:t>
            </a:r>
            <a:r>
              <a:rPr lang="fr-FR" sz="1700" dirty="0">
                <a:latin typeface="Avenir Next LT Pro" panose="020B0504020202020204" pitchFamily="34" charset="0"/>
              </a:rPr>
              <a:t>. Accès aux données pour statistiques, sans modification possible.</a:t>
            </a:r>
          </a:p>
        </p:txBody>
      </p:sp>
    </p:spTree>
    <p:extLst>
      <p:ext uri="{BB962C8B-B14F-4D97-AF65-F5344CB8AC3E}">
        <p14:creationId xmlns:p14="http://schemas.microsoft.com/office/powerpoint/2010/main" val="2303678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E9440-211A-15A1-9860-43C9686A1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D590EB0-917D-E077-D2D7-0B5A9F91BEFA}"/>
              </a:ext>
            </a:extLst>
          </p:cNvPr>
          <p:cNvSpPr/>
          <p:nvPr/>
        </p:nvSpPr>
        <p:spPr>
          <a:xfrm>
            <a:off x="411784" y="538092"/>
            <a:ext cx="11231529" cy="847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just">
              <a:lnSpc>
                <a:spcPts val="4450"/>
              </a:lnSpc>
              <a:buFont typeface="Wingdings" panose="05000000000000000000" pitchFamily="2" charset="2"/>
              <a:buChar char="Ø"/>
            </a:pPr>
            <a:r>
              <a:rPr lang="en-US" sz="2700" b="1" dirty="0">
                <a:solidFill>
                  <a:srgbClr val="F7F7F8"/>
                </a:solidFill>
                <a:latin typeface="Avenir Next LT Pro" panose="020B0504020202020204" pitchFamily="34" charset="0"/>
                <a:ea typeface="DM Sans Medium" pitchFamily="34" charset="-122"/>
                <a:cs typeface="DM Sans Medium" pitchFamily="34" charset="-120"/>
              </a:rPr>
              <a:t>Étape 1 : Analyse et Préparation des Données Source</a:t>
            </a:r>
            <a:endParaRPr lang="en-US" sz="2700" b="1" dirty="0">
              <a:latin typeface="Avenir Next LT Pro" panose="020B0504020202020204" pitchFamily="34" charset="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883127CC-7021-7ABA-15FC-24859DFE79DB}"/>
              </a:ext>
            </a:extLst>
          </p:cNvPr>
          <p:cNvSpPr/>
          <p:nvPr/>
        </p:nvSpPr>
        <p:spPr>
          <a:xfrm>
            <a:off x="1743150" y="3430177"/>
            <a:ext cx="3698208" cy="2527030"/>
          </a:xfrm>
          <a:prstGeom prst="roundRect">
            <a:avLst>
              <a:gd name="adj" fmla="val 1157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5C3B0C0-66C7-DFD7-F241-28D2AED43A0A}"/>
              </a:ext>
            </a:extLst>
          </p:cNvPr>
          <p:cNvSpPr/>
          <p:nvPr/>
        </p:nvSpPr>
        <p:spPr>
          <a:xfrm>
            <a:off x="2622925" y="3662848"/>
            <a:ext cx="2498664" cy="354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" panose="020B0504020202020204" pitchFamily="34" charset="0"/>
                <a:ea typeface="Inter" panose="020B0604020202020204" charset="0"/>
                <a:cs typeface="DM Sans Medium" pitchFamily="34" charset="-120"/>
              </a:rPr>
              <a:t>Analyse Approfondie</a:t>
            </a:r>
            <a:endParaRPr lang="en-US" sz="1750" b="1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" panose="020B0504020202020204" pitchFamily="34" charset="0"/>
              <a:ea typeface="Inter" panose="020B0604020202020204" charset="0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6909F1D4-0C29-5389-BD40-0560711584D9}"/>
              </a:ext>
            </a:extLst>
          </p:cNvPr>
          <p:cNvSpPr/>
          <p:nvPr/>
        </p:nvSpPr>
        <p:spPr>
          <a:xfrm>
            <a:off x="6655453" y="3429000"/>
            <a:ext cx="3698208" cy="2545552"/>
          </a:xfrm>
          <a:prstGeom prst="roundRect">
            <a:avLst>
              <a:gd name="adj" fmla="val 1157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B39E55DC-39D7-7C64-923A-1877E19446B4}"/>
              </a:ext>
            </a:extLst>
          </p:cNvPr>
          <p:cNvSpPr/>
          <p:nvPr/>
        </p:nvSpPr>
        <p:spPr>
          <a:xfrm>
            <a:off x="6872643" y="3527905"/>
            <a:ext cx="459172" cy="458288"/>
          </a:xfrm>
          <a:prstGeom prst="roundRect">
            <a:avLst>
              <a:gd name="adj" fmla="val 13436980"/>
            </a:avLst>
          </a:prstGeom>
          <a:solidFill>
            <a:srgbClr val="AC9EF5"/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AAF02A97-205C-AD04-B3B7-21EEB442A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3024" y="3621848"/>
            <a:ext cx="238409" cy="270401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EA69ACDA-B72D-B3B6-6CFF-E89382FEF9C1}"/>
              </a:ext>
            </a:extLst>
          </p:cNvPr>
          <p:cNvSpPr/>
          <p:nvPr/>
        </p:nvSpPr>
        <p:spPr>
          <a:xfrm>
            <a:off x="7496763" y="3628135"/>
            <a:ext cx="2498664" cy="354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175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" panose="020B0504020202020204" pitchFamily="34" charset="0"/>
              </a:rPr>
              <a:t>Enjeux de Typage</a:t>
            </a: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1043595E-6566-CBC1-500E-0D9BC2200102}"/>
              </a:ext>
            </a:extLst>
          </p:cNvPr>
          <p:cNvSpPr/>
          <p:nvPr/>
        </p:nvSpPr>
        <p:spPr>
          <a:xfrm>
            <a:off x="6926164" y="4228556"/>
            <a:ext cx="3298431" cy="725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endParaRPr lang="en-US" sz="1600" dirty="0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F9B8BD8A-3C19-E9E4-5D6D-472976D4D7D7}"/>
              </a:ext>
            </a:extLst>
          </p:cNvPr>
          <p:cNvGrpSpPr/>
          <p:nvPr/>
        </p:nvGrpSpPr>
        <p:grpSpPr>
          <a:xfrm>
            <a:off x="1994130" y="3558730"/>
            <a:ext cx="459172" cy="458288"/>
            <a:chOff x="679849" y="3063246"/>
            <a:chExt cx="459172" cy="458288"/>
          </a:xfrm>
        </p:grpSpPr>
        <p:sp>
          <p:nvSpPr>
            <p:cNvPr id="21" name="Shape 7">
              <a:extLst>
                <a:ext uri="{FF2B5EF4-FFF2-40B4-BE49-F238E27FC236}">
                  <a16:creationId xmlns:a16="http://schemas.microsoft.com/office/drawing/2014/main" id="{49A3BC47-C44B-6CFB-6299-456EE8F88166}"/>
                </a:ext>
              </a:extLst>
            </p:cNvPr>
            <p:cNvSpPr/>
            <p:nvPr/>
          </p:nvSpPr>
          <p:spPr>
            <a:xfrm>
              <a:off x="679849" y="3063246"/>
              <a:ext cx="459172" cy="458288"/>
            </a:xfrm>
            <a:prstGeom prst="roundRect">
              <a:avLst>
                <a:gd name="adj" fmla="val 13436980"/>
              </a:avLst>
            </a:prstGeom>
            <a:solidFill>
              <a:srgbClr val="AC9EF5"/>
            </a:solidFill>
            <a:ln/>
          </p:spPr>
          <p:txBody>
            <a:bodyPr/>
            <a:lstStyle/>
            <a:p>
              <a:endParaRPr lang="fr-FR"/>
            </a:p>
          </p:txBody>
        </p:sp>
        <p:pic>
          <p:nvPicPr>
            <p:cNvPr id="22" name="Image 0" descr="preencoded.png">
              <a:extLst>
                <a:ext uri="{FF2B5EF4-FFF2-40B4-BE49-F238E27FC236}">
                  <a16:creationId xmlns:a16="http://schemas.microsoft.com/office/drawing/2014/main" id="{C92AC91D-B884-C289-B37B-4A1FB29FD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8273" y="3143628"/>
              <a:ext cx="262323" cy="297523"/>
            </a:xfrm>
            <a:prstGeom prst="rect">
              <a:avLst/>
            </a:prstGeom>
          </p:spPr>
        </p:pic>
      </p:grp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BBE7271-3EFA-0BFF-7D73-30FCBDEA3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7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83FCFEF-BA68-3F74-69AB-552DFA32A848}"/>
              </a:ext>
            </a:extLst>
          </p:cNvPr>
          <p:cNvSpPr txBox="1"/>
          <p:nvPr/>
        </p:nvSpPr>
        <p:spPr>
          <a:xfrm>
            <a:off x="1838339" y="4330579"/>
            <a:ext cx="346996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50" dirty="0">
                <a:latin typeface="Avenir Next LT Pro" panose="020B0504020202020204" pitchFamily="34" charset="0"/>
              </a:rPr>
              <a:t>Examen approfondi du fichier source pour identifier sa structure, ses types de données et les défis techniques à relever.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869F052-1937-8014-0EF2-FBCE1A4F9F95}"/>
              </a:ext>
            </a:extLst>
          </p:cNvPr>
          <p:cNvSpPr txBox="1"/>
          <p:nvPr/>
        </p:nvSpPr>
        <p:spPr>
          <a:xfrm>
            <a:off x="6805316" y="4330579"/>
            <a:ext cx="3440236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50" dirty="0">
                <a:latin typeface="Avenir Next LT Pro" panose="020B0504020202020204" pitchFamily="34" charset="0"/>
              </a:rPr>
              <a:t>Définition rigoureuse des formats (Dates, Montants) pour garantir l'intégrité des données sensibles et leur exploitabilité future.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4D368AA-9499-CE84-5D4F-8C2D69F6A1E5}"/>
              </a:ext>
            </a:extLst>
          </p:cNvPr>
          <p:cNvSpPr txBox="1"/>
          <p:nvPr/>
        </p:nvSpPr>
        <p:spPr>
          <a:xfrm>
            <a:off x="362863" y="1782333"/>
            <a:ext cx="1148033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50" dirty="0">
                <a:latin typeface="Avenir Next LT Pro" panose="020B0504020202020204" pitchFamily="34" charset="0"/>
              </a:rPr>
              <a:t>Le projet débute par l'analyse d'un </a:t>
            </a:r>
            <a:r>
              <a:rPr lang="fr-FR" sz="1750" dirty="0" err="1">
                <a:latin typeface="Avenir Next LT Pro" panose="020B0504020202020204" pitchFamily="34" charset="0"/>
              </a:rPr>
              <a:t>dataset</a:t>
            </a:r>
            <a:r>
              <a:rPr lang="fr-FR" sz="1750" dirty="0">
                <a:latin typeface="Avenir Next LT Pro" panose="020B0504020202020204" pitchFamily="34" charset="0"/>
              </a:rPr>
              <a:t> de 55 500 dossiers patients. La nature sensible de ces données impose une rigueur absolue sur le typage.</a:t>
            </a:r>
          </a:p>
        </p:txBody>
      </p:sp>
    </p:spTree>
    <p:extLst>
      <p:ext uri="{BB962C8B-B14F-4D97-AF65-F5344CB8AC3E}">
        <p14:creationId xmlns:p14="http://schemas.microsoft.com/office/powerpoint/2010/main" val="357650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A4B97-9746-7BC3-BEB6-33405969C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28F2D4-C8D3-9CDE-F6AD-108EDC0EEED7}"/>
              </a:ext>
            </a:extLst>
          </p:cNvPr>
          <p:cNvSpPr/>
          <p:nvPr/>
        </p:nvSpPr>
        <p:spPr>
          <a:xfrm>
            <a:off x="4322839" y="295232"/>
            <a:ext cx="7574409" cy="1025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l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lang="en-US" sz="2700" b="1" dirty="0">
                <a:solidFill>
                  <a:srgbClr val="F7F7F8"/>
                </a:solidFill>
                <a:latin typeface="Avenir Next LT Pro" panose="020B0504020202020204" pitchFamily="34" charset="0"/>
                <a:ea typeface="DM Sans Medium" pitchFamily="34" charset="-122"/>
                <a:cs typeface="DM Sans Medium" pitchFamily="34" charset="-120"/>
              </a:rPr>
              <a:t>Étape 2 : Développement du Pipeline ETL (Python)</a:t>
            </a:r>
            <a:endParaRPr lang="en-US" sz="2700" b="1" dirty="0">
              <a:latin typeface="Avenir Next LT Pro" panose="020B0504020202020204" pitchFamily="34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A364A89-C0B3-0C6A-67E9-FE6B2DB2D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9858" y="-10810"/>
            <a:ext cx="4182439" cy="6868809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7C26F292-C28A-B699-578F-7345C6FD7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719" y="4142303"/>
            <a:ext cx="952906" cy="141927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4BBE260C-5EE3-7D56-D463-2D77918BBD7B}"/>
              </a:ext>
            </a:extLst>
          </p:cNvPr>
          <p:cNvSpPr/>
          <p:nvPr/>
        </p:nvSpPr>
        <p:spPr>
          <a:xfrm>
            <a:off x="5219593" y="3647315"/>
            <a:ext cx="2607882" cy="30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US" sz="175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" panose="020B0504020202020204" pitchFamily="34" charset="0"/>
                <a:ea typeface="DM Sans Medium" pitchFamily="34" charset="-122"/>
                <a:cs typeface="DM Sans Medium" pitchFamily="34" charset="-120"/>
              </a:rPr>
              <a:t>Extraction des données</a:t>
            </a:r>
            <a:endParaRPr lang="en-US" sz="1750" b="1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" panose="020B0504020202020204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858073C-B56B-2E17-08E9-03AE1D81349D}"/>
              </a:ext>
            </a:extLst>
          </p:cNvPr>
          <p:cNvSpPr/>
          <p:nvPr/>
        </p:nvSpPr>
        <p:spPr>
          <a:xfrm>
            <a:off x="5367764" y="5010975"/>
            <a:ext cx="6016377" cy="61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endParaRPr lang="en-US" sz="1600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8D25358-082B-162E-E51D-32FB47B43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8</a:t>
            </a:fld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C765B7A-35D8-0C80-C3A8-EFF72019DC0F}"/>
              </a:ext>
            </a:extLst>
          </p:cNvPr>
          <p:cNvSpPr txBox="1"/>
          <p:nvPr/>
        </p:nvSpPr>
        <p:spPr>
          <a:xfrm>
            <a:off x="5190096" y="4142303"/>
            <a:ext cx="5839893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750" dirty="0">
                <a:latin typeface="Avenir Next LT Pro" panose="020B0504020202020204" pitchFamily="34" charset="0"/>
              </a:rPr>
              <a:t>Le script migrate.py s'appuie sur la puissance de la bibliothèque </a:t>
            </a:r>
            <a:r>
              <a:rPr lang="fr-FR" sz="1750" b="1" dirty="0">
                <a:latin typeface="Avenir Next LT Pro" panose="020B0504020202020204" pitchFamily="34" charset="0"/>
              </a:rPr>
              <a:t>Pandas</a:t>
            </a:r>
            <a:r>
              <a:rPr lang="fr-FR" sz="1750" dirty="0">
                <a:latin typeface="Avenir Next LT Pro" panose="020B0504020202020204" pitchFamily="34" charset="0"/>
              </a:rPr>
              <a:t> pour charger le </a:t>
            </a:r>
            <a:r>
              <a:rPr lang="fr-FR" sz="1750" dirty="0" err="1">
                <a:latin typeface="Avenir Next LT Pro" panose="020B0504020202020204" pitchFamily="34" charset="0"/>
              </a:rPr>
              <a:t>dataset</a:t>
            </a:r>
            <a:r>
              <a:rPr lang="fr-FR" sz="1750" dirty="0">
                <a:latin typeface="Avenir Next LT Pro" panose="020B0504020202020204" pitchFamily="34" charset="0"/>
              </a:rPr>
              <a:t>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2A15EB7-186A-0E01-792E-7C66E46D41EA}"/>
              </a:ext>
            </a:extLst>
          </p:cNvPr>
          <p:cNvSpPr txBox="1"/>
          <p:nvPr/>
        </p:nvSpPr>
        <p:spPr>
          <a:xfrm>
            <a:off x="4234719" y="1947839"/>
            <a:ext cx="6865746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750" dirty="0">
                <a:latin typeface="Avenir Next LT Pro" panose="020B0504020202020204" pitchFamily="34" charset="0"/>
                <a:ea typeface="Inter" pitchFamily="34" charset="-122"/>
                <a:cs typeface="Inter" pitchFamily="34" charset="-120"/>
              </a:rPr>
              <a:t>Le </a:t>
            </a:r>
            <a:r>
              <a:rPr lang="en-US" sz="1750" dirty="0" err="1">
                <a:latin typeface="Avenir Next LT Pro" panose="020B0504020202020204" pitchFamily="34" charset="0"/>
                <a:ea typeface="Inter" pitchFamily="34" charset="-122"/>
                <a:cs typeface="Inter" pitchFamily="34" charset="-120"/>
              </a:rPr>
              <a:t>cœur</a:t>
            </a:r>
            <a:r>
              <a:rPr lang="en-US" sz="1750" dirty="0">
                <a:latin typeface="Avenir Next LT Pro" panose="020B0504020202020204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750" dirty="0" err="1">
                <a:latin typeface="Avenir Next LT Pro" panose="020B0504020202020204" pitchFamily="34" charset="0"/>
                <a:ea typeface="Inter" pitchFamily="34" charset="-122"/>
                <a:cs typeface="Inter" pitchFamily="34" charset="-120"/>
              </a:rPr>
              <a:t>notre</a:t>
            </a:r>
            <a:r>
              <a:rPr lang="en-US" sz="1750" dirty="0">
                <a:latin typeface="Avenir Next LT Pro" panose="020B0504020202020204" pitchFamily="34" charset="0"/>
                <a:ea typeface="Inter" pitchFamily="34" charset="-122"/>
                <a:cs typeface="Inter" pitchFamily="34" charset="-120"/>
              </a:rPr>
              <a:t> solution </a:t>
            </a:r>
            <a:r>
              <a:rPr lang="en-US" sz="1750" dirty="0" err="1">
                <a:latin typeface="Avenir Next LT Pro" panose="020B0504020202020204" pitchFamily="34" charset="0"/>
                <a:ea typeface="Inter" pitchFamily="34" charset="-122"/>
                <a:cs typeface="Inter" pitchFamily="34" charset="-120"/>
              </a:rPr>
              <a:t>réside</a:t>
            </a:r>
            <a:r>
              <a:rPr lang="en-US" sz="1750" dirty="0">
                <a:latin typeface="Avenir Next LT Pro" panose="020B0504020202020204" pitchFamily="34" charset="0"/>
                <a:ea typeface="Inter" pitchFamily="34" charset="-122"/>
                <a:cs typeface="Inter" pitchFamily="34" charset="-120"/>
              </a:rPr>
              <a:t> dans le script Python </a:t>
            </a:r>
            <a:r>
              <a:rPr lang="en-US" sz="1750" dirty="0">
                <a:highlight>
                  <a:srgbClr val="3A3E40"/>
                </a:highlight>
                <a:latin typeface="Avenir Next LT Pro" panose="020B0504020202020204" pitchFamily="34" charset="0"/>
                <a:ea typeface="Consolas" pitchFamily="34" charset="-122"/>
                <a:cs typeface="Consolas" pitchFamily="34" charset="-120"/>
              </a:rPr>
              <a:t>migrate.py</a:t>
            </a:r>
            <a:r>
              <a:rPr lang="en-US" sz="1750" dirty="0">
                <a:latin typeface="Avenir Next LT Pro" panose="020B0504020202020204" pitchFamily="34" charset="0"/>
                <a:ea typeface="Inter" pitchFamily="34" charset="-122"/>
                <a:cs typeface="Inter" pitchFamily="34" charset="-120"/>
              </a:rPr>
              <a:t>, qui </a:t>
            </a:r>
            <a:r>
              <a:rPr lang="en-US" sz="1750" dirty="0" err="1">
                <a:latin typeface="Avenir Next LT Pro" panose="020B0504020202020204" pitchFamily="34" charset="0"/>
                <a:ea typeface="Inter" pitchFamily="34" charset="-122"/>
                <a:cs typeface="Inter" pitchFamily="34" charset="-120"/>
              </a:rPr>
              <a:t>gère</a:t>
            </a:r>
            <a:r>
              <a:rPr lang="en-US" sz="1750" dirty="0">
                <a:latin typeface="Avenir Next LT Pro" panose="020B05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latin typeface="Avenir Next LT Pro" panose="020B0504020202020204" pitchFamily="34" charset="0"/>
                <a:ea typeface="Inter" pitchFamily="34" charset="-122"/>
                <a:cs typeface="Inter" pitchFamily="34" charset="-120"/>
              </a:rPr>
              <a:t>l'Extraction</a:t>
            </a:r>
            <a:r>
              <a:rPr lang="en-US" sz="1750" dirty="0">
                <a:latin typeface="Avenir Next LT Pro" panose="020B0504020202020204" pitchFamily="34" charset="0"/>
                <a:ea typeface="Inter" pitchFamily="34" charset="-122"/>
                <a:cs typeface="Inter" pitchFamily="34" charset="-120"/>
              </a:rPr>
              <a:t>, la Transformation et le </a:t>
            </a:r>
            <a:r>
              <a:rPr lang="en-US" sz="1750" dirty="0" err="1">
                <a:latin typeface="Avenir Next LT Pro" panose="020B0504020202020204" pitchFamily="34" charset="0"/>
                <a:ea typeface="Inter" pitchFamily="34" charset="-122"/>
                <a:cs typeface="Inter" pitchFamily="34" charset="-120"/>
              </a:rPr>
              <a:t>Chargement</a:t>
            </a:r>
            <a:r>
              <a:rPr lang="en-US" sz="1750" dirty="0">
                <a:latin typeface="Avenir Next LT Pro" panose="020B0504020202020204" pitchFamily="34" charset="0"/>
                <a:ea typeface="Inter" pitchFamily="34" charset="-122"/>
                <a:cs typeface="Inter" pitchFamily="34" charset="-120"/>
              </a:rPr>
              <a:t> des données vers MongoDB.</a:t>
            </a:r>
            <a:endParaRPr lang="en-US" sz="1750" dirty="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458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44DB1-590A-2BD6-498E-DC6AD03E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2591FD1-1AA8-167D-910F-D01468D98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9858" y="-10810"/>
            <a:ext cx="4235110" cy="6868809"/>
          </a:xfrm>
          <a:prstGeom prst="rect">
            <a:avLst/>
          </a:prstGeom>
        </p:spPr>
      </p:pic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C1CC0709-7A11-7F1D-34DF-8F985AA0B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938" y="2440446"/>
            <a:ext cx="953553" cy="1462825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AAB36BCE-A258-12EA-FE63-DCEBFD11341A}"/>
              </a:ext>
            </a:extLst>
          </p:cNvPr>
          <p:cNvSpPr/>
          <p:nvPr/>
        </p:nvSpPr>
        <p:spPr>
          <a:xfrm>
            <a:off x="5663534" y="1912175"/>
            <a:ext cx="2763156" cy="308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US" sz="175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" panose="020B0504020202020204" pitchFamily="34" charset="0"/>
              </a:rPr>
              <a:t>Transformation (Typage)</a:t>
            </a:r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EFB6BEF8-72E4-02BB-E68F-464D0FA5C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938" y="4661580"/>
            <a:ext cx="953553" cy="1462825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BEE2744D-0508-6941-AE83-D8306AB6A972}"/>
              </a:ext>
            </a:extLst>
          </p:cNvPr>
          <p:cNvSpPr/>
          <p:nvPr/>
        </p:nvSpPr>
        <p:spPr>
          <a:xfrm>
            <a:off x="5663534" y="4270157"/>
            <a:ext cx="2521558" cy="308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US" sz="175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" panose="020B0504020202020204" pitchFamily="34" charset="0"/>
              </a:rPr>
              <a:t>Chargement (Loading)</a:t>
            </a:r>
            <a:endParaRPr lang="en-US" sz="20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24233EB-BD19-3543-D148-955660DE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9</a:t>
            </a:fld>
            <a:endParaRPr lang="fr-FR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3EFC74F5-EA8E-6CA5-4DAC-99CA934B8E1D}"/>
              </a:ext>
            </a:extLst>
          </p:cNvPr>
          <p:cNvSpPr/>
          <p:nvPr/>
        </p:nvSpPr>
        <p:spPr>
          <a:xfrm>
            <a:off x="4272655" y="248286"/>
            <a:ext cx="7574409" cy="1025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l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lang="en-US" sz="2700" b="1" dirty="0">
                <a:solidFill>
                  <a:srgbClr val="F7F7F8"/>
                </a:solidFill>
                <a:latin typeface="Avenir Next LT Pro" panose="020B0504020202020204" pitchFamily="34" charset="0"/>
                <a:ea typeface="DM Sans Medium" pitchFamily="34" charset="-122"/>
                <a:cs typeface="DM Sans Medium" pitchFamily="34" charset="-120"/>
              </a:rPr>
              <a:t>Étape 2 : Développement du Pipeline ETL (Python)</a:t>
            </a:r>
            <a:endParaRPr lang="en-US" sz="2700" b="1" dirty="0">
              <a:latin typeface="Avenir Next LT Pro" panose="020B0504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1C32F44-ED9C-530F-96EC-EE98D761DD0F}"/>
              </a:ext>
            </a:extLst>
          </p:cNvPr>
          <p:cNvSpPr txBox="1"/>
          <p:nvPr/>
        </p:nvSpPr>
        <p:spPr>
          <a:xfrm>
            <a:off x="5529838" y="2424000"/>
            <a:ext cx="63172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750" dirty="0">
                <a:latin typeface="Avenir Next LT Pro" panose="020B0504020202020204" pitchFamily="34" charset="0"/>
              </a:rPr>
              <a:t>Conversion des données brutes en formats exploitables (Dates et Nombres) pour permettre les calculs statistiques et le filtrage des dossiers.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660214F-AA6D-1342-0891-8B572F813442}"/>
              </a:ext>
            </a:extLst>
          </p:cNvPr>
          <p:cNvSpPr txBox="1"/>
          <p:nvPr/>
        </p:nvSpPr>
        <p:spPr>
          <a:xfrm>
            <a:off x="5529838" y="4855582"/>
            <a:ext cx="6317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750" dirty="0">
                <a:latin typeface="Avenir Next LT Pro" panose="020B0504020202020204" pitchFamily="34" charset="0"/>
              </a:rPr>
              <a:t>Injection sécurisée et automatisée de 55 500 dossiers patients dans MongoDB.</a:t>
            </a:r>
          </a:p>
        </p:txBody>
      </p:sp>
    </p:spTree>
    <p:extLst>
      <p:ext uri="{BB962C8B-B14F-4D97-AF65-F5344CB8AC3E}">
        <p14:creationId xmlns:p14="http://schemas.microsoft.com/office/powerpoint/2010/main" val="1031385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58D85-BB93-13CA-7895-07DB602C5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>
            <a:extLst>
              <a:ext uri="{FF2B5EF4-FFF2-40B4-BE49-F238E27FC236}">
                <a16:creationId xmlns:a16="http://schemas.microsoft.com/office/drawing/2014/main" id="{0CC05AF2-A52A-1C31-2C7B-E042AECE17F2}"/>
              </a:ext>
            </a:extLst>
          </p:cNvPr>
          <p:cNvSpPr/>
          <p:nvPr/>
        </p:nvSpPr>
        <p:spPr>
          <a:xfrm>
            <a:off x="684521" y="1584585"/>
            <a:ext cx="2799326" cy="33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75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" panose="020B0504020202020204" pitchFamily="34" charset="0"/>
                <a:ea typeface="Inter" panose="020B0604020202020204" charset="0"/>
                <a:cs typeface="DM Sans Medium" pitchFamily="34" charset="-120"/>
              </a:rPr>
              <a:t>Modélisation NoSQL Flexible</a:t>
            </a:r>
            <a:endParaRPr lang="en-US" sz="1750" b="1" dirty="0">
              <a:solidFill>
                <a:schemeClr val="accent5">
                  <a:lumMod val="20000"/>
                  <a:lumOff val="80000"/>
                </a:schemeClr>
              </a:solidFill>
              <a:latin typeface="Avenir Next LT Pro" panose="020B0504020202020204" pitchFamily="34" charset="0"/>
              <a:ea typeface="Inter" panose="020B0604020202020204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003D054-62DC-5B49-759B-6AEABEC7B241}"/>
              </a:ext>
            </a:extLst>
          </p:cNvPr>
          <p:cNvSpPr/>
          <p:nvPr/>
        </p:nvSpPr>
        <p:spPr>
          <a:xfrm>
            <a:off x="684521" y="2250102"/>
            <a:ext cx="5539298" cy="1138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750" dirty="0">
                <a:latin typeface="Avenir Next LT Pro" panose="020B0504020202020204" pitchFamily="34" charset="0"/>
                <a:ea typeface="Inter" panose="020B0604020202020204" charset="0"/>
                <a:cs typeface="Inter" pitchFamily="34" charset="-120"/>
              </a:rPr>
              <a:t>MongoDB offre un schéma flexible, idéal pour les données médicales évolutives. Chaque dossier patient est un document JSON clair et typé.</a:t>
            </a:r>
            <a:endParaRPr lang="en-US" sz="1750" dirty="0">
              <a:latin typeface="Avenir Next LT Pro" panose="020B0504020202020204" pitchFamily="34" charset="0"/>
              <a:ea typeface="Inter" panose="020B0604020202020204" charset="0"/>
            </a:endParaRPr>
          </a:p>
        </p:txBody>
      </p:sp>
      <p:pic>
        <p:nvPicPr>
          <p:cNvPr id="16" name="Image 15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5E0A2C89-0B73-0393-6E90-E33D99D77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720" y="1530352"/>
            <a:ext cx="4896533" cy="3419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83998FD7-A108-75A3-21C7-4C6DFA6B6535}"/>
              </a:ext>
            </a:extLst>
          </p:cNvPr>
          <p:cNvSpPr txBox="1"/>
          <p:nvPr/>
        </p:nvSpPr>
        <p:spPr>
          <a:xfrm>
            <a:off x="8652388" y="5032717"/>
            <a:ext cx="1445341" cy="294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F7F7F8"/>
                </a:solidFill>
                <a:latin typeface="Avenir Next LT Pro" panose="020B0504020202020204" pitchFamily="34" charset="0"/>
                <a:ea typeface="DM Sans Medium" pitchFamily="34" charset="-122"/>
                <a:cs typeface="DM Sans Medium" pitchFamily="34" charset="-120"/>
              </a:rPr>
              <a:t>Schéma JSON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4D827EA-7DAE-5FB8-4176-6652B5862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10</a:t>
            </a:fld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A9EA2DC-1508-D03A-A749-E7863C30E71B}"/>
              </a:ext>
            </a:extLst>
          </p:cNvPr>
          <p:cNvSpPr txBox="1"/>
          <p:nvPr/>
        </p:nvSpPr>
        <p:spPr>
          <a:xfrm>
            <a:off x="435846" y="353063"/>
            <a:ext cx="1015349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700" b="1" dirty="0">
                <a:latin typeface="Avenir Next LT Pro" panose="020B0504020202020204" pitchFamily="34" charset="0"/>
              </a:rPr>
              <a:t> Étape 3 : Modélisation des Données et Schéma JSON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2582DC8-BE02-23A0-192F-84EFAEA38BD1}"/>
              </a:ext>
            </a:extLst>
          </p:cNvPr>
          <p:cNvSpPr txBox="1"/>
          <p:nvPr/>
        </p:nvSpPr>
        <p:spPr>
          <a:xfrm>
            <a:off x="342260" y="3688782"/>
            <a:ext cx="60388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750" dirty="0">
                <a:latin typeface="Avenir Next LT Pro" panose="020B0504020202020204" pitchFamily="34" charset="0"/>
              </a:rPr>
              <a:t>Documents : Chaque patient est représenté par un objet JSON unique.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750" dirty="0">
              <a:latin typeface="Avenir Next LT Pro" panose="020B05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750" dirty="0">
                <a:latin typeface="Avenir Next LT Pro" panose="020B0504020202020204" pitchFamily="34" charset="0"/>
              </a:rPr>
              <a:t>Scalabilité : Le schéma flexible permet d'ajouter des champs médicaux sans interrompre le service.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750" dirty="0">
              <a:latin typeface="Avenir Next LT Pro" panose="020B05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750" dirty="0">
                <a:latin typeface="Avenir Next LT Pro" panose="020B0504020202020204" pitchFamily="34" charset="0"/>
              </a:rPr>
              <a:t>Richesse des données : Stockage typé incluant les diagnostics, les médicaments et les résultats de tests.</a:t>
            </a:r>
          </a:p>
        </p:txBody>
      </p:sp>
    </p:spTree>
    <p:extLst>
      <p:ext uri="{BB962C8B-B14F-4D97-AF65-F5344CB8AC3E}">
        <p14:creationId xmlns:p14="http://schemas.microsoft.com/office/powerpoint/2010/main" val="2472726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F87FB-FE58-6C39-4F02-FEB38A73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C826F25-7D14-D75C-3766-2B28AAA44D8C}"/>
              </a:ext>
            </a:extLst>
          </p:cNvPr>
          <p:cNvSpPr/>
          <p:nvPr/>
        </p:nvSpPr>
        <p:spPr>
          <a:xfrm>
            <a:off x="527204" y="669537"/>
            <a:ext cx="9982438" cy="437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3400"/>
              </a:lnSpc>
              <a:buFont typeface="Wingdings" panose="05000000000000000000" pitchFamily="2" charset="2"/>
              <a:buChar char="Ø"/>
            </a:pPr>
            <a:r>
              <a:rPr lang="en-US" sz="2700" b="1" dirty="0">
                <a:latin typeface="Avenir Next LT Pro" panose="020B0504020202020204" pitchFamily="34" charset="0"/>
                <a:ea typeface="DM Sans Medium" pitchFamily="34" charset="-122"/>
                <a:cs typeface="DM Sans Medium" pitchFamily="34" charset="-120"/>
              </a:rPr>
              <a:t>Étape 4 : Configuration de l'Environnement Isolé avec Docker</a:t>
            </a:r>
            <a:endParaRPr lang="en-US" sz="2700" b="1" dirty="0">
              <a:latin typeface="Avenir Next LT Pro" panose="020B050402020202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97AD07-CE29-841B-7C11-A0F66D79C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11</a:t>
            </a:fld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7721112-0DE7-FA49-A8E4-80DD13BD725A}"/>
              </a:ext>
            </a:extLst>
          </p:cNvPr>
          <p:cNvSpPr txBox="1"/>
          <p:nvPr/>
        </p:nvSpPr>
        <p:spPr>
          <a:xfrm>
            <a:off x="766912" y="2784258"/>
            <a:ext cx="1028454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750" b="1" dirty="0">
                <a:latin typeface="Avenir Next LT Pro" panose="020B0504020202020204" pitchFamily="34" charset="0"/>
              </a:rPr>
              <a:t>Isolation Totale : </a:t>
            </a:r>
            <a:r>
              <a:rPr lang="fr-FR" sz="1750" dirty="0">
                <a:latin typeface="Avenir Next LT Pro" panose="020B0504020202020204" pitchFamily="34" charset="0"/>
              </a:rPr>
              <a:t>Le script et la base de données fonctionnent dans des environnements séparés et sécurisés.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750" dirty="0">
              <a:latin typeface="Avenir Next LT Pro" panose="020B05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750" b="1" dirty="0">
                <a:latin typeface="Avenir Next LT Pro" panose="020B0504020202020204" pitchFamily="34" charset="0"/>
              </a:rPr>
              <a:t>Portabilité : </a:t>
            </a:r>
            <a:r>
              <a:rPr lang="fr-FR" sz="1750" dirty="0">
                <a:latin typeface="Avenir Next LT Pro" panose="020B0504020202020204" pitchFamily="34" charset="0"/>
              </a:rPr>
              <a:t>La solution peut être déployée instantanément sur n'importe quel serveur (Hôpital, Cloud) sans configuration complexe.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750" dirty="0">
              <a:latin typeface="Avenir Next LT Pro" panose="020B05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750" b="1" dirty="0">
                <a:latin typeface="Avenir Next LT Pro" panose="020B0504020202020204" pitchFamily="34" charset="0"/>
              </a:rPr>
              <a:t>Déploiement : </a:t>
            </a:r>
            <a:r>
              <a:rPr lang="fr-FR" sz="1750" dirty="0">
                <a:latin typeface="Avenir Next LT Pro" panose="020B0504020202020204" pitchFamily="34" charset="0"/>
              </a:rPr>
              <a:t>L'outil Docker Compose permet de lancer la base de données et le script de migration simultanément avec une seule commande.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0E0D5B9-F89A-37D6-B0E7-01D6D6478403}"/>
              </a:ext>
            </a:extLst>
          </p:cNvPr>
          <p:cNvSpPr txBox="1"/>
          <p:nvPr/>
        </p:nvSpPr>
        <p:spPr>
          <a:xfrm>
            <a:off x="766912" y="1942016"/>
            <a:ext cx="4129549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sz="175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" panose="020B0504020202020204" pitchFamily="34" charset="0"/>
              </a:rPr>
              <a:t>Pourquoi on utilise Docker ?</a:t>
            </a:r>
          </a:p>
        </p:txBody>
      </p:sp>
    </p:spTree>
    <p:extLst>
      <p:ext uri="{BB962C8B-B14F-4D97-AF65-F5344CB8AC3E}">
        <p14:creationId xmlns:p14="http://schemas.microsoft.com/office/powerpoint/2010/main" val="1956360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028E9-37C2-6133-3BB9-3BE237F47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5FF5E82-1EA0-607F-1151-B3DD02B85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489" y="1244566"/>
            <a:ext cx="4295032" cy="51367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D559DA63-2981-2951-149F-6740E84AD833}"/>
              </a:ext>
            </a:extLst>
          </p:cNvPr>
          <p:cNvSpPr/>
          <p:nvPr/>
        </p:nvSpPr>
        <p:spPr>
          <a:xfrm>
            <a:off x="503111" y="445201"/>
            <a:ext cx="10754823" cy="437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just">
              <a:lnSpc>
                <a:spcPts val="3400"/>
              </a:lnSpc>
              <a:buFont typeface="Wingdings" panose="05000000000000000000" pitchFamily="2" charset="2"/>
              <a:buChar char="Ø"/>
            </a:pPr>
            <a:r>
              <a:rPr lang="en-US" sz="2700" b="1" dirty="0">
                <a:solidFill>
                  <a:srgbClr val="F7F7F8"/>
                </a:solidFill>
                <a:latin typeface="Avenir Next LT Pro" panose="020B0504020202020204" pitchFamily="34" charset="0"/>
                <a:ea typeface="DM Sans Medium" pitchFamily="34" charset="-122"/>
                <a:cs typeface="DM Sans Medium" pitchFamily="34" charset="-120"/>
              </a:rPr>
              <a:t>Étape 4 : Configuration de l'Environnement Isolé avec Docker</a:t>
            </a:r>
            <a:endParaRPr lang="en-US" sz="2700" b="1" dirty="0">
              <a:latin typeface="Avenir Next LT Pro" panose="020B0504020202020204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BF9C442-6015-5AED-81E8-F685923BB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12</a:t>
            </a:fld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7B5F576-06F7-C053-040C-DE4BF770F4EF}"/>
              </a:ext>
            </a:extLst>
          </p:cNvPr>
          <p:cNvSpPr txBox="1"/>
          <p:nvPr/>
        </p:nvSpPr>
        <p:spPr>
          <a:xfrm>
            <a:off x="503112" y="1244566"/>
            <a:ext cx="7303701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sz="175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" panose="020B0504020202020204" pitchFamily="34" charset="0"/>
              </a:rPr>
              <a:t>Comment on a procédé techniquement (Dockerfile, Optimisation) ?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5C3D145-31AA-6812-6888-9D8704F221D6}"/>
              </a:ext>
            </a:extLst>
          </p:cNvPr>
          <p:cNvSpPr txBox="1"/>
          <p:nvPr/>
        </p:nvSpPr>
        <p:spPr>
          <a:xfrm>
            <a:off x="503112" y="2022129"/>
            <a:ext cx="658594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50" b="1" dirty="0" err="1">
                <a:latin typeface="Avenir Next LT Pro" panose="020B0504020202020204" pitchFamily="34" charset="0"/>
              </a:rPr>
              <a:t>Dockerisation</a:t>
            </a:r>
            <a:r>
              <a:rPr lang="fr-FR" sz="1750" b="1" dirty="0">
                <a:latin typeface="Avenir Next LT Pro" panose="020B0504020202020204" pitchFamily="34" charset="0"/>
              </a:rPr>
              <a:t> :</a:t>
            </a:r>
          </a:p>
          <a:p>
            <a:endParaRPr lang="fr-FR" sz="1750" dirty="0">
              <a:latin typeface="Avenir Next LT Pro" panose="020B05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750" dirty="0">
                <a:latin typeface="Avenir Next LT Pro" panose="020B0504020202020204" pitchFamily="34" charset="0"/>
              </a:rPr>
              <a:t>Création d'un Dockerfile optimisé pour l'application Python.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750" dirty="0">
                <a:latin typeface="Avenir Next LT Pro" panose="020B0504020202020204" pitchFamily="34" charset="0"/>
              </a:rPr>
              <a:t>Configuration d'un docker-</a:t>
            </a:r>
            <a:r>
              <a:rPr lang="fr-FR" sz="1750" dirty="0" err="1">
                <a:latin typeface="Avenir Next LT Pro" panose="020B0504020202020204" pitchFamily="34" charset="0"/>
              </a:rPr>
              <a:t>compose.yml</a:t>
            </a:r>
            <a:r>
              <a:rPr lang="fr-FR" sz="1750" dirty="0">
                <a:latin typeface="Avenir Next LT Pro" panose="020B0504020202020204" pitchFamily="34" charset="0"/>
              </a:rPr>
              <a:t> pour orchestrer MongoDB et le script de migration.</a:t>
            </a:r>
          </a:p>
          <a:p>
            <a:pPr algn="just"/>
            <a:endParaRPr lang="fr-FR" sz="1750" dirty="0">
              <a:latin typeface="Avenir Next LT Pro" panose="020B0504020202020204" pitchFamily="34" charset="0"/>
            </a:endParaRPr>
          </a:p>
          <a:p>
            <a:r>
              <a:rPr lang="fr-FR" sz="1750" b="1" dirty="0">
                <a:latin typeface="Avenir Next LT Pro" panose="020B0504020202020204" pitchFamily="34" charset="0"/>
              </a:rPr>
              <a:t>Optimisation de l'image :</a:t>
            </a:r>
          </a:p>
          <a:p>
            <a:endParaRPr lang="fr-FR" sz="1750" dirty="0">
              <a:latin typeface="Avenir Next LT Pro" panose="020B05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750" dirty="0">
                <a:latin typeface="Avenir Next LT Pro" panose="020B0504020202020204" pitchFamily="34" charset="0"/>
              </a:rPr>
              <a:t>Utilisation de .</a:t>
            </a:r>
            <a:r>
              <a:rPr lang="fr-FR" sz="1750" dirty="0" err="1">
                <a:latin typeface="Avenir Next LT Pro" panose="020B0504020202020204" pitchFamily="34" charset="0"/>
              </a:rPr>
              <a:t>dockerignore</a:t>
            </a:r>
            <a:r>
              <a:rPr lang="fr-FR" sz="1750" dirty="0">
                <a:latin typeface="Avenir Next LT Pro" panose="020B0504020202020204" pitchFamily="34" charset="0"/>
              </a:rPr>
              <a:t> pour exclure les fichiers inutiles (comme </a:t>
            </a:r>
            <a:r>
              <a:rPr lang="fr-FR" sz="1750" dirty="0" err="1">
                <a:latin typeface="Avenir Next LT Pro" panose="020B0504020202020204" pitchFamily="34" charset="0"/>
              </a:rPr>
              <a:t>venv</a:t>
            </a:r>
            <a:r>
              <a:rPr lang="fr-FR" sz="1750" dirty="0">
                <a:latin typeface="Avenir Next LT Pro" panose="020B0504020202020204" pitchFamily="34" charset="0"/>
              </a:rPr>
              <a:t>/).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750" dirty="0">
                <a:latin typeface="Avenir Next LT Pro" panose="020B0504020202020204" pitchFamily="34" charset="0"/>
              </a:rPr>
              <a:t>Résultat : Une image légère, rapide à déployer et conforme aux standards professionnels.</a:t>
            </a:r>
          </a:p>
        </p:txBody>
      </p:sp>
    </p:spTree>
    <p:extLst>
      <p:ext uri="{BB962C8B-B14F-4D97-AF65-F5344CB8AC3E}">
        <p14:creationId xmlns:p14="http://schemas.microsoft.com/office/powerpoint/2010/main" val="1018167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58FB6-82A0-7180-3260-E21B9C75C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4B7BF906-B273-626A-3570-C35CDE65F0C3}"/>
              </a:ext>
            </a:extLst>
          </p:cNvPr>
          <p:cNvSpPr/>
          <p:nvPr/>
        </p:nvSpPr>
        <p:spPr>
          <a:xfrm>
            <a:off x="480468" y="3223763"/>
            <a:ext cx="5517826" cy="121920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ED23ACC-C142-D0E3-31C2-2FC311776247}"/>
              </a:ext>
            </a:extLst>
          </p:cNvPr>
          <p:cNvSpPr/>
          <p:nvPr/>
        </p:nvSpPr>
        <p:spPr>
          <a:xfrm>
            <a:off x="2946419" y="2914081"/>
            <a:ext cx="585923" cy="680442"/>
          </a:xfrm>
          <a:prstGeom prst="roundRect">
            <a:avLst>
              <a:gd name="adj" fmla="val 134383"/>
            </a:avLst>
          </a:prstGeom>
          <a:solidFill>
            <a:srgbClr val="AC9E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BB149C6-26F4-314E-6296-2A2F8EAAE4CC}"/>
              </a:ext>
            </a:extLst>
          </p:cNvPr>
          <p:cNvSpPr/>
          <p:nvPr/>
        </p:nvSpPr>
        <p:spPr>
          <a:xfrm>
            <a:off x="1772225" y="3839011"/>
            <a:ext cx="26621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33141085-703C-BED1-4838-11993B57470D}"/>
              </a:ext>
            </a:extLst>
          </p:cNvPr>
          <p:cNvSpPr/>
          <p:nvPr/>
        </p:nvSpPr>
        <p:spPr>
          <a:xfrm>
            <a:off x="6193602" y="3223763"/>
            <a:ext cx="5517929" cy="121920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A146D17A-5AAB-9167-915C-D84406B0850B}"/>
              </a:ext>
            </a:extLst>
          </p:cNvPr>
          <p:cNvSpPr/>
          <p:nvPr/>
        </p:nvSpPr>
        <p:spPr>
          <a:xfrm>
            <a:off x="8659553" y="2914081"/>
            <a:ext cx="585923" cy="680442"/>
          </a:xfrm>
          <a:prstGeom prst="roundRect">
            <a:avLst>
              <a:gd name="adj" fmla="val 134383"/>
            </a:avLst>
          </a:prstGeom>
          <a:solidFill>
            <a:srgbClr val="AC9E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8BFDE0B1-F37C-8B86-5065-F6ABE0B668F5}"/>
              </a:ext>
            </a:extLst>
          </p:cNvPr>
          <p:cNvSpPr/>
          <p:nvPr/>
        </p:nvSpPr>
        <p:spPr>
          <a:xfrm>
            <a:off x="7731814" y="3904205"/>
            <a:ext cx="24413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192C0BA-531C-4D04-2845-081BB71EF29A}"/>
              </a:ext>
            </a:extLst>
          </p:cNvPr>
          <p:cNvSpPr/>
          <p:nvPr/>
        </p:nvSpPr>
        <p:spPr>
          <a:xfrm>
            <a:off x="696779" y="1713774"/>
            <a:ext cx="106570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750" dirty="0">
                <a:latin typeface="Avenir Next LT Pro" panose="020B0504020202020204" pitchFamily="34" charset="0"/>
                <a:ea typeface="Inter" pitchFamily="34" charset="-122"/>
                <a:cs typeface="Inter" pitchFamily="34" charset="-120"/>
              </a:rPr>
              <a:t>Un système de contrôle d'accès basé sur les rôles (RBAC) a été implémenté pour gérer finement les permissions d'accès aux données, garantissant la confidentialité et l'intégrité des dossiers patients.</a:t>
            </a:r>
            <a:endParaRPr lang="en-US" sz="1750" dirty="0">
              <a:latin typeface="Avenir Next LT Pro" panose="020B0504020202020204" pitchFamily="34" charset="0"/>
            </a:endParaRP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52E52FDB-CE9F-EB3D-4571-6A7E19B4A68F}"/>
              </a:ext>
            </a:extLst>
          </p:cNvPr>
          <p:cNvSpPr/>
          <p:nvPr/>
        </p:nvSpPr>
        <p:spPr>
          <a:xfrm>
            <a:off x="696778" y="487284"/>
            <a:ext cx="9039668" cy="437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3400"/>
              </a:lnSpc>
              <a:buFont typeface="Wingdings" panose="05000000000000000000" pitchFamily="2" charset="2"/>
              <a:buChar char="Ø"/>
            </a:pPr>
            <a:r>
              <a:rPr lang="en-US" sz="2700" b="1" dirty="0">
                <a:solidFill>
                  <a:srgbClr val="F7F7F8"/>
                </a:solidFill>
                <a:latin typeface="Avenir Next LT Pro" panose="020B0504020202020204" pitchFamily="34" charset="0"/>
                <a:ea typeface="Inter" panose="020B0604020202020204" charset="0"/>
                <a:cs typeface="DM Sans Medium" pitchFamily="34" charset="-120"/>
              </a:rPr>
              <a:t>Étape 5 : Sécurisation : Gestion des Rôles et des Accès (RBAC)</a:t>
            </a:r>
            <a:endParaRPr lang="en-US" sz="2700" b="1" dirty="0">
              <a:latin typeface="Avenir Next LT Pro" panose="020B0504020202020204" pitchFamily="34" charset="0"/>
              <a:ea typeface="Inter" panose="020B0604020202020204" charset="0"/>
            </a:endParaRPr>
          </a:p>
          <a:p>
            <a:pPr marL="0" indent="0" algn="l">
              <a:lnSpc>
                <a:spcPts val="3400"/>
              </a:lnSpc>
              <a:buNone/>
            </a:pPr>
            <a:endParaRPr lang="en-US" sz="275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B2D532E4-5290-5C0C-6E33-5645B2B30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03291" y="3094035"/>
            <a:ext cx="272177" cy="272177"/>
          </a:xfrm>
          <a:prstGeom prst="rect">
            <a:avLst/>
          </a:prstGeom>
        </p:spPr>
      </p:pic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FCDCBFAC-D430-98B6-0394-F430E7151C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16425" y="3138802"/>
            <a:ext cx="272177" cy="272177"/>
          </a:xfrm>
          <a:prstGeom prst="rect">
            <a:avLst/>
          </a:prstGeom>
        </p:spPr>
      </p:pic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4BE8E38E-5D9E-253C-DE35-66190DC28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13</a:t>
            </a:fld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4064A1D-1C8D-69F1-5C2E-9CC6FAFB4697}"/>
              </a:ext>
            </a:extLst>
          </p:cNvPr>
          <p:cNvSpPr txBox="1"/>
          <p:nvPr/>
        </p:nvSpPr>
        <p:spPr>
          <a:xfrm>
            <a:off x="591243" y="4454647"/>
            <a:ext cx="52962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750" dirty="0">
                <a:latin typeface="Avenir Next LT Pro" panose="020B0504020202020204" pitchFamily="34" charset="0"/>
              </a:rPr>
              <a:t>Définition des rôles et des permissions, validée pour garantir la conformité aux exigences de sécurité médicale.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5B7EED3-81E3-FEFE-FDEF-10F9A3A3B568}"/>
              </a:ext>
            </a:extLst>
          </p:cNvPr>
          <p:cNvSpPr txBox="1"/>
          <p:nvPr/>
        </p:nvSpPr>
        <p:spPr>
          <a:xfrm>
            <a:off x="6475564" y="4454647"/>
            <a:ext cx="52925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Le script automatise la création des utilisateurs et l'attribution des rôles, rendant le processus fiable, sécurisé et reproductible.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0F96AA5-8000-20AF-FDDA-B77600F7139C}"/>
              </a:ext>
            </a:extLst>
          </p:cNvPr>
          <p:cNvSpPr txBox="1"/>
          <p:nvPr/>
        </p:nvSpPr>
        <p:spPr>
          <a:xfrm>
            <a:off x="1851468" y="3849674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5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" panose="020B0504020202020204" pitchFamily="34" charset="0"/>
              </a:rPr>
              <a:t>Configuration Initiale </a:t>
            </a:r>
            <a:endParaRPr lang="fr-FR" sz="175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07B0B74-913E-2668-EAFC-BBB0226545EA}"/>
              </a:ext>
            </a:extLst>
          </p:cNvPr>
          <p:cNvSpPr txBox="1"/>
          <p:nvPr/>
        </p:nvSpPr>
        <p:spPr>
          <a:xfrm>
            <a:off x="7022038" y="3779673"/>
            <a:ext cx="3588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5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venir Next LT Pro" panose="020B0504020202020204" pitchFamily="34" charset="0"/>
              </a:rPr>
              <a:t>Automatisation via init-db.js</a:t>
            </a:r>
          </a:p>
        </p:txBody>
      </p:sp>
    </p:spTree>
    <p:extLst>
      <p:ext uri="{BB962C8B-B14F-4D97-AF65-F5344CB8AC3E}">
        <p14:creationId xmlns:p14="http://schemas.microsoft.com/office/powerpoint/2010/main" val="60608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A26C9-2E32-0D06-3F9A-38C3A2974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F300396-3352-5B9C-F526-446A78AAD5CE}"/>
              </a:ext>
            </a:extLst>
          </p:cNvPr>
          <p:cNvSpPr/>
          <p:nvPr/>
        </p:nvSpPr>
        <p:spPr>
          <a:xfrm>
            <a:off x="816077" y="491679"/>
            <a:ext cx="9039668" cy="437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3400"/>
              </a:lnSpc>
              <a:buFont typeface="Wingdings" panose="05000000000000000000" pitchFamily="2" charset="2"/>
              <a:buChar char="Ø"/>
            </a:pPr>
            <a:r>
              <a:rPr lang="en-US" sz="2700" b="1" dirty="0">
                <a:solidFill>
                  <a:srgbClr val="F7F7F8"/>
                </a:solidFill>
                <a:latin typeface="Avenir Next LT Pro" panose="020B0504020202020204" pitchFamily="34" charset="0"/>
                <a:ea typeface="Inter" panose="020B0604020202020204" charset="0"/>
                <a:cs typeface="DM Sans Medium" pitchFamily="34" charset="-120"/>
              </a:rPr>
              <a:t>Étape 5 : </a:t>
            </a:r>
            <a:r>
              <a:rPr lang="fr-FR" sz="2700" b="1" dirty="0">
                <a:latin typeface="Avenir Next LT Pro" panose="020B0504020202020204" pitchFamily="34" charset="0"/>
              </a:rPr>
              <a:t>Hiérarchie des Permissions (RBAC)</a:t>
            </a:r>
            <a:endParaRPr lang="en-US" sz="2700" b="1" dirty="0">
              <a:latin typeface="Avenir Next LT Pro" panose="020B0504020202020204" pitchFamily="34" charset="0"/>
            </a:endParaRP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15989CD1-E289-E4B1-4F45-990E6AF74EBC}"/>
              </a:ext>
            </a:extLst>
          </p:cNvPr>
          <p:cNvGrpSpPr/>
          <p:nvPr/>
        </p:nvGrpSpPr>
        <p:grpSpPr>
          <a:xfrm>
            <a:off x="2900517" y="2461308"/>
            <a:ext cx="7176860" cy="3934130"/>
            <a:chOff x="757357" y="3107888"/>
            <a:chExt cx="7629287" cy="4356022"/>
          </a:xfrm>
        </p:grpSpPr>
        <p:sp>
          <p:nvSpPr>
            <p:cNvPr id="17" name="Shape 2">
              <a:extLst>
                <a:ext uri="{FF2B5EF4-FFF2-40B4-BE49-F238E27FC236}">
                  <a16:creationId xmlns:a16="http://schemas.microsoft.com/office/drawing/2014/main" id="{A5D4100A-5E1E-D7C7-E9EE-B88B26DD5BCC}"/>
                </a:ext>
              </a:extLst>
            </p:cNvPr>
            <p:cNvSpPr/>
            <p:nvPr/>
          </p:nvSpPr>
          <p:spPr>
            <a:xfrm>
              <a:off x="757357" y="3107888"/>
              <a:ext cx="7629287" cy="1307783"/>
            </a:xfrm>
            <a:prstGeom prst="roundRect">
              <a:avLst>
                <a:gd name="adj" fmla="val 2482"/>
              </a:avLst>
            </a:prstGeom>
            <a:solidFill>
              <a:srgbClr val="2D3133"/>
            </a:solidFill>
            <a:ln w="30480">
              <a:solidFill>
                <a:srgbClr val="65696B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Shape 3">
              <a:extLst>
                <a:ext uri="{FF2B5EF4-FFF2-40B4-BE49-F238E27FC236}">
                  <a16:creationId xmlns:a16="http://schemas.microsoft.com/office/drawing/2014/main" id="{E2D88203-613F-AA1E-C8EC-33824712D619}"/>
                </a:ext>
              </a:extLst>
            </p:cNvPr>
            <p:cNvSpPr/>
            <p:nvPr/>
          </p:nvSpPr>
          <p:spPr>
            <a:xfrm>
              <a:off x="787837" y="3138368"/>
              <a:ext cx="865584" cy="1246823"/>
            </a:xfrm>
            <a:prstGeom prst="rect">
              <a:avLst/>
            </a:prstGeom>
            <a:solidFill>
              <a:srgbClr val="4C5052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 4">
              <a:extLst>
                <a:ext uri="{FF2B5EF4-FFF2-40B4-BE49-F238E27FC236}">
                  <a16:creationId xmlns:a16="http://schemas.microsoft.com/office/drawing/2014/main" id="{42CDE09B-3741-56B2-D838-1CA2C1329355}"/>
                </a:ext>
              </a:extLst>
            </p:cNvPr>
            <p:cNvSpPr/>
            <p:nvPr/>
          </p:nvSpPr>
          <p:spPr>
            <a:xfrm>
              <a:off x="1869758" y="3354705"/>
              <a:ext cx="2705100" cy="3381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2100" dirty="0">
                  <a:solidFill>
                    <a:srgbClr val="D6D9D7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Admin</a:t>
              </a:r>
              <a:endParaRPr lang="en-US" sz="2100" dirty="0"/>
            </a:p>
          </p:txBody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3F8678D7-EFA7-39D2-E8EE-7C984D6B852F}"/>
                </a:ext>
              </a:extLst>
            </p:cNvPr>
            <p:cNvSpPr/>
            <p:nvPr/>
          </p:nvSpPr>
          <p:spPr>
            <a:xfrm>
              <a:off x="1869758" y="3822621"/>
              <a:ext cx="6270069" cy="3462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700"/>
                </a:lnSpc>
              </a:pPr>
              <a:r>
                <a:rPr lang="fr-FR" sz="1600" dirty="0"/>
                <a:t>Administration totale de la base de données et des utilisateurs.</a:t>
              </a:r>
              <a:endParaRPr lang="en-US" sz="1700" dirty="0"/>
            </a:p>
          </p:txBody>
        </p:sp>
        <p:sp>
          <p:nvSpPr>
            <p:cNvPr id="21" name="Shape 6">
              <a:extLst>
                <a:ext uri="{FF2B5EF4-FFF2-40B4-BE49-F238E27FC236}">
                  <a16:creationId xmlns:a16="http://schemas.microsoft.com/office/drawing/2014/main" id="{A661AA1C-5EDE-5197-A3C3-7CEACB5DC880}"/>
                </a:ext>
              </a:extLst>
            </p:cNvPr>
            <p:cNvSpPr/>
            <p:nvPr/>
          </p:nvSpPr>
          <p:spPr>
            <a:xfrm>
              <a:off x="757357" y="4632007"/>
              <a:ext cx="7629287" cy="1307783"/>
            </a:xfrm>
            <a:prstGeom prst="roundRect">
              <a:avLst>
                <a:gd name="adj" fmla="val 2482"/>
              </a:avLst>
            </a:prstGeom>
            <a:solidFill>
              <a:srgbClr val="2D3133"/>
            </a:solidFill>
            <a:ln w="30480">
              <a:solidFill>
                <a:srgbClr val="65696B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Shape 7">
              <a:extLst>
                <a:ext uri="{FF2B5EF4-FFF2-40B4-BE49-F238E27FC236}">
                  <a16:creationId xmlns:a16="http://schemas.microsoft.com/office/drawing/2014/main" id="{8C9FD208-E7E6-C6D3-2ECB-94FD79C6A252}"/>
                </a:ext>
              </a:extLst>
            </p:cNvPr>
            <p:cNvSpPr/>
            <p:nvPr/>
          </p:nvSpPr>
          <p:spPr>
            <a:xfrm>
              <a:off x="787837" y="4662488"/>
              <a:ext cx="865584" cy="1246823"/>
            </a:xfrm>
            <a:prstGeom prst="rect">
              <a:avLst/>
            </a:prstGeom>
            <a:solidFill>
              <a:srgbClr val="4C5052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 8">
              <a:extLst>
                <a:ext uri="{FF2B5EF4-FFF2-40B4-BE49-F238E27FC236}">
                  <a16:creationId xmlns:a16="http://schemas.microsoft.com/office/drawing/2014/main" id="{EA0AB336-CF60-72B0-D649-A76AF7CD52E6}"/>
                </a:ext>
              </a:extLst>
            </p:cNvPr>
            <p:cNvSpPr/>
            <p:nvPr/>
          </p:nvSpPr>
          <p:spPr>
            <a:xfrm>
              <a:off x="1869758" y="4878824"/>
              <a:ext cx="2705100" cy="3381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2100" dirty="0">
                  <a:solidFill>
                    <a:srgbClr val="D6D9D7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User_Medical</a:t>
              </a:r>
              <a:endParaRPr lang="en-US" sz="2100" dirty="0"/>
            </a:p>
          </p:txBody>
        </p:sp>
        <p:sp>
          <p:nvSpPr>
            <p:cNvPr id="24" name="Text 9">
              <a:extLst>
                <a:ext uri="{FF2B5EF4-FFF2-40B4-BE49-F238E27FC236}">
                  <a16:creationId xmlns:a16="http://schemas.microsoft.com/office/drawing/2014/main" id="{BDF77B55-3E05-1B6D-7C6E-F5E2B24ABE1B}"/>
                </a:ext>
              </a:extLst>
            </p:cNvPr>
            <p:cNvSpPr/>
            <p:nvPr/>
          </p:nvSpPr>
          <p:spPr>
            <a:xfrm>
              <a:off x="1869758" y="5346740"/>
              <a:ext cx="6270069" cy="3462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D6D9D7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Accès pour la mise à jour des dossiers patients.</a:t>
              </a:r>
              <a:endParaRPr lang="en-US" sz="1700" dirty="0"/>
            </a:p>
          </p:txBody>
        </p:sp>
        <p:sp>
          <p:nvSpPr>
            <p:cNvPr id="25" name="Shape 10">
              <a:extLst>
                <a:ext uri="{FF2B5EF4-FFF2-40B4-BE49-F238E27FC236}">
                  <a16:creationId xmlns:a16="http://schemas.microsoft.com/office/drawing/2014/main" id="{7C434A61-B6D2-B2D7-2BD8-CDF9FF899B45}"/>
                </a:ext>
              </a:extLst>
            </p:cNvPr>
            <p:cNvSpPr/>
            <p:nvPr/>
          </p:nvSpPr>
          <p:spPr>
            <a:xfrm>
              <a:off x="757357" y="6156127"/>
              <a:ext cx="7629287" cy="1307783"/>
            </a:xfrm>
            <a:prstGeom prst="roundRect">
              <a:avLst>
                <a:gd name="adj" fmla="val 2482"/>
              </a:avLst>
            </a:prstGeom>
            <a:solidFill>
              <a:srgbClr val="2D3133"/>
            </a:solidFill>
            <a:ln w="30480">
              <a:solidFill>
                <a:srgbClr val="65696B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Shape 11">
              <a:extLst>
                <a:ext uri="{FF2B5EF4-FFF2-40B4-BE49-F238E27FC236}">
                  <a16:creationId xmlns:a16="http://schemas.microsoft.com/office/drawing/2014/main" id="{5C3A32E1-27B4-9608-6A5C-67833D948517}"/>
                </a:ext>
              </a:extLst>
            </p:cNvPr>
            <p:cNvSpPr/>
            <p:nvPr/>
          </p:nvSpPr>
          <p:spPr>
            <a:xfrm>
              <a:off x="787837" y="6186607"/>
              <a:ext cx="865584" cy="1246823"/>
            </a:xfrm>
            <a:prstGeom prst="rect">
              <a:avLst/>
            </a:prstGeom>
            <a:solidFill>
              <a:srgbClr val="4C5052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Text 12">
              <a:extLst>
                <a:ext uri="{FF2B5EF4-FFF2-40B4-BE49-F238E27FC236}">
                  <a16:creationId xmlns:a16="http://schemas.microsoft.com/office/drawing/2014/main" id="{797DEB0D-BD3B-C45F-847F-B4077993A5E2}"/>
                </a:ext>
              </a:extLst>
            </p:cNvPr>
            <p:cNvSpPr/>
            <p:nvPr/>
          </p:nvSpPr>
          <p:spPr>
            <a:xfrm>
              <a:off x="1869758" y="6402943"/>
              <a:ext cx="2705100" cy="3381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650"/>
                </a:lnSpc>
              </a:pPr>
              <a:r>
                <a:rPr lang="en-US" sz="2100" dirty="0">
                  <a:solidFill>
                    <a:srgbClr val="D6D9D7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User_ </a:t>
              </a:r>
              <a:r>
                <a:rPr lang="en-US" sz="2100" dirty="0" err="1">
                  <a:solidFill>
                    <a:srgbClr val="D6D9D7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Analyste</a:t>
              </a:r>
              <a:endParaRPr lang="en-US" sz="2100" dirty="0"/>
            </a:p>
          </p:txBody>
        </p:sp>
        <p:sp>
          <p:nvSpPr>
            <p:cNvPr id="28" name="Text 13">
              <a:extLst>
                <a:ext uri="{FF2B5EF4-FFF2-40B4-BE49-F238E27FC236}">
                  <a16:creationId xmlns:a16="http://schemas.microsoft.com/office/drawing/2014/main" id="{945F927A-9513-07D8-5CA0-F99B5E373166}"/>
                </a:ext>
              </a:extLst>
            </p:cNvPr>
            <p:cNvSpPr/>
            <p:nvPr/>
          </p:nvSpPr>
          <p:spPr>
            <a:xfrm>
              <a:off x="1869758" y="6870859"/>
              <a:ext cx="6270069" cy="3462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700"/>
                </a:lnSpc>
              </a:pPr>
              <a:r>
                <a:rPr lang="fr-FR" sz="1600" dirty="0"/>
                <a:t>Consultation purement statistique sans droit de modification.</a:t>
              </a:r>
              <a:endParaRPr lang="en-US" sz="1700" dirty="0"/>
            </a:p>
          </p:txBody>
        </p:sp>
      </p:grp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951EB1F-3C32-85E9-9DF4-A68EACE60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14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FD46A20-9795-5CD5-8B7C-D131A916A9B9}"/>
              </a:ext>
            </a:extLst>
          </p:cNvPr>
          <p:cNvSpPr txBox="1"/>
          <p:nvPr/>
        </p:nvSpPr>
        <p:spPr>
          <a:xfrm>
            <a:off x="816077" y="1289557"/>
            <a:ext cx="108277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50" b="1" dirty="0">
                <a:latin typeface="Avenir Next LT Pro" panose="020B0504020202020204" pitchFamily="34" charset="0"/>
              </a:rPr>
              <a:t>Principe de Sécurité</a:t>
            </a:r>
            <a:r>
              <a:rPr lang="fr-FR" sz="1750" dirty="0">
                <a:latin typeface="Avenir Next LT Pro" panose="020B0504020202020204" pitchFamily="34" charset="0"/>
              </a:rPr>
              <a:t> : Chaque rôle est conçu avec des privilèges spécifiques pour répondre aux besoins métiers tout en limitant la surface d'exposition aux risques.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D924DAA-9E6A-378F-C4C7-9CB6C41A1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Consultation et modification active des dossiers de santé.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978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B2805-8E5B-AA8A-C690-7606CEC36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FA10361-1077-C75D-CBF4-7302A6D4A433}"/>
              </a:ext>
            </a:extLst>
          </p:cNvPr>
          <p:cNvSpPr txBox="1"/>
          <p:nvPr/>
        </p:nvSpPr>
        <p:spPr>
          <a:xfrm>
            <a:off x="363794" y="381190"/>
            <a:ext cx="8563896" cy="543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en-US" sz="2700" b="1" dirty="0">
                <a:solidFill>
                  <a:srgbClr val="F7F7F8"/>
                </a:solidFill>
                <a:latin typeface="Avenir Next LT Pro" panose="020B0504020202020204" pitchFamily="34" charset="0"/>
                <a:ea typeface="Inter" panose="020B0604020202020204" charset="0"/>
              </a:rPr>
              <a:t>Validation</a:t>
            </a:r>
            <a:r>
              <a:rPr lang="en-US" sz="2700" b="1" dirty="0">
                <a:solidFill>
                  <a:srgbClr val="F7F7F8"/>
                </a:solidFill>
                <a:latin typeface="Avenir Next LT Pro" panose="020B0504020202020204" pitchFamily="34" charset="0"/>
                <a:ea typeface="DM Sans Medium" pitchFamily="34" charset="-122"/>
                <a:cs typeface="DM Sans Medium" pitchFamily="34" charset="-120"/>
              </a:rPr>
              <a:t> et Démonstration de la Sécurité</a:t>
            </a:r>
            <a:endParaRPr lang="en-US" sz="2700" b="1" dirty="0">
              <a:latin typeface="Avenir Next LT Pro" panose="020B0504020202020204" pitchFamily="34" charset="0"/>
            </a:endParaRP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6442C72B-9650-205E-1DF1-7A71CC9A4FC1}"/>
              </a:ext>
            </a:extLst>
          </p:cNvPr>
          <p:cNvGrpSpPr/>
          <p:nvPr/>
        </p:nvGrpSpPr>
        <p:grpSpPr>
          <a:xfrm>
            <a:off x="6096000" y="1917638"/>
            <a:ext cx="5791200" cy="3445746"/>
            <a:chOff x="6164826" y="2455926"/>
            <a:chExt cx="5791200" cy="3445746"/>
          </a:xfrm>
        </p:grpSpPr>
        <p:pic>
          <p:nvPicPr>
            <p:cNvPr id="11" name="Image 10" descr="Une image contenant texte, capture d’écran, logiciel, Page web&#10;&#10;Le contenu généré par l’IA peut être incorrect.">
              <a:extLst>
                <a:ext uri="{FF2B5EF4-FFF2-40B4-BE49-F238E27FC236}">
                  <a16:creationId xmlns:a16="http://schemas.microsoft.com/office/drawing/2014/main" id="{B9F309B7-892A-501D-9809-36A1F8E4B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4463" b="26090"/>
            <a:stretch>
              <a:fillRect/>
            </a:stretch>
          </p:blipFill>
          <p:spPr>
            <a:xfrm>
              <a:off x="6272981" y="2608326"/>
              <a:ext cx="5683045" cy="3293346"/>
            </a:xfrm>
            <a:prstGeom prst="rect">
              <a:avLst/>
            </a:prstGeom>
          </p:spPr>
        </p:pic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45E776D2-DBE0-E849-2F03-31C2E10DA896}"/>
                </a:ext>
              </a:extLst>
            </p:cNvPr>
            <p:cNvSpPr/>
            <p:nvPr/>
          </p:nvSpPr>
          <p:spPr>
            <a:xfrm>
              <a:off x="6243484" y="2455926"/>
              <a:ext cx="1140542" cy="5014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4BB6C11A-1956-6C2E-633D-F77571477F43}"/>
                </a:ext>
              </a:extLst>
            </p:cNvPr>
            <p:cNvSpPr/>
            <p:nvPr/>
          </p:nvSpPr>
          <p:spPr>
            <a:xfrm>
              <a:off x="6164826" y="4399555"/>
              <a:ext cx="1140542" cy="150211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682DEC5-0C38-CFF5-9C50-62882819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15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6D7055E-007E-C26F-1F08-024E1DF2746B}"/>
              </a:ext>
            </a:extLst>
          </p:cNvPr>
          <p:cNvSpPr txBox="1"/>
          <p:nvPr/>
        </p:nvSpPr>
        <p:spPr>
          <a:xfrm>
            <a:off x="471948" y="1286696"/>
            <a:ext cx="11385755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50" dirty="0">
                <a:latin typeface="Avenir Next LT Pro" panose="020B0504020202020204" pitchFamily="34" charset="0"/>
              </a:rPr>
              <a:t>Pour valider l'efficacité du système RBAC, une série de tests de connexion a été effectuée, confirmant que les restrictions d'accès sont correctement appliquées.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E00A285-685D-6826-40A3-69ABD446ED64}"/>
              </a:ext>
            </a:extLst>
          </p:cNvPr>
          <p:cNvSpPr txBox="1"/>
          <p:nvPr/>
        </p:nvSpPr>
        <p:spPr>
          <a:xfrm>
            <a:off x="471948" y="2578944"/>
            <a:ext cx="53045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750" dirty="0">
                <a:latin typeface="Avenir Next LT Pro" panose="020B0504020202020204" pitchFamily="34" charset="0"/>
              </a:rPr>
              <a:t>Connectivité multi-profils : Vérification réussie des accès via MongoDB Compass pour chaque rôle utilisateur (Admin, Médical, Analyste).</a:t>
            </a:r>
          </a:p>
        </p:txBody>
      </p:sp>
    </p:spTree>
    <p:extLst>
      <p:ext uri="{BB962C8B-B14F-4D97-AF65-F5344CB8AC3E}">
        <p14:creationId xmlns:p14="http://schemas.microsoft.com/office/powerpoint/2010/main" val="4203145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F3976-DB8F-FBE4-17FC-95AE73E34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D8A704D-6496-05C0-2DCD-5965C14CD642}"/>
              </a:ext>
            </a:extLst>
          </p:cNvPr>
          <p:cNvSpPr txBox="1"/>
          <p:nvPr/>
        </p:nvSpPr>
        <p:spPr>
          <a:xfrm>
            <a:off x="491886" y="357790"/>
            <a:ext cx="7747547" cy="543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en-US" sz="2700" b="1" dirty="0">
                <a:solidFill>
                  <a:srgbClr val="F7F7F8"/>
                </a:solidFill>
                <a:latin typeface="Avenir Next LT Pro" panose="020B0504020202020204" pitchFamily="34" charset="0"/>
                <a:ea typeface="DM Sans Medium" pitchFamily="34" charset="-122"/>
                <a:cs typeface="DM Sans Medium" pitchFamily="34" charset="-120"/>
              </a:rPr>
              <a:t>Validation et Démonstration de la Sécurité</a:t>
            </a:r>
            <a:endParaRPr lang="en-US" sz="2700" b="1" dirty="0">
              <a:latin typeface="Avenir Next LT Pro" panose="020B0504020202020204" pitchFamily="34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12CE422A-FB4B-54AC-CAE8-8FB1A5CBEA2C}"/>
              </a:ext>
            </a:extLst>
          </p:cNvPr>
          <p:cNvGrpSpPr/>
          <p:nvPr/>
        </p:nvGrpSpPr>
        <p:grpSpPr>
          <a:xfrm>
            <a:off x="7502013" y="2074606"/>
            <a:ext cx="4422737" cy="4118805"/>
            <a:chOff x="6164015" y="1192062"/>
            <a:chExt cx="5956296" cy="5031786"/>
          </a:xfrm>
        </p:grpSpPr>
        <p:pic>
          <p:nvPicPr>
            <p:cNvPr id="5" name="Image 4" descr="Une image contenant texte, logiciel, Page web, Icône d’ordinateur&#10;&#10;Le contenu généré par l’IA peut être incorrect.">
              <a:extLst>
                <a:ext uri="{FF2B5EF4-FFF2-40B4-BE49-F238E27FC236}">
                  <a16:creationId xmlns:a16="http://schemas.microsoft.com/office/drawing/2014/main" id="{D685F1E5-A28A-98BA-6479-0B6962E57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91835" y="1276880"/>
              <a:ext cx="5828476" cy="4946968"/>
            </a:xfrm>
            <a:prstGeom prst="rect">
              <a:avLst/>
            </a:prstGeom>
          </p:spPr>
        </p:pic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1C28422A-8B98-2191-B315-56ADFA782C43}"/>
                </a:ext>
              </a:extLst>
            </p:cNvPr>
            <p:cNvSpPr/>
            <p:nvPr/>
          </p:nvSpPr>
          <p:spPr>
            <a:xfrm>
              <a:off x="6381135" y="1192062"/>
              <a:ext cx="1315902" cy="52328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F5DCDE5F-D3A3-3C68-F474-9E6C4B00AD4E}"/>
                </a:ext>
              </a:extLst>
            </p:cNvPr>
            <p:cNvSpPr/>
            <p:nvPr/>
          </p:nvSpPr>
          <p:spPr>
            <a:xfrm>
              <a:off x="6164015" y="3440006"/>
              <a:ext cx="1315902" cy="62071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B64B4DA-9608-A7A3-D90E-1D68F91F0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16</a:t>
            </a:fld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F439750-3566-F532-ABCB-74FDA50DCC06}"/>
              </a:ext>
            </a:extLst>
          </p:cNvPr>
          <p:cNvSpPr txBox="1"/>
          <p:nvPr/>
        </p:nvSpPr>
        <p:spPr>
          <a:xfrm>
            <a:off x="491886" y="1937213"/>
            <a:ext cx="6459520" cy="1842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fr-FR" sz="1750" dirty="0">
              <a:latin typeface="Avenir Next LT Pro" panose="020B05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750" dirty="0">
                <a:latin typeface="Avenir Next LT Pro" panose="020B0504020202020204" pitchFamily="34" charset="0"/>
              </a:rPr>
              <a:t>Résultat du blocage : Génération immédiate d'une Erreur (</a:t>
            </a:r>
            <a:r>
              <a:rPr lang="fr-FR" sz="1750" dirty="0" err="1">
                <a:latin typeface="Avenir Next LT Pro" panose="020B0504020202020204" pitchFamily="34" charset="0"/>
              </a:rPr>
              <a:t>Unauthorized</a:t>
            </a:r>
            <a:r>
              <a:rPr lang="fr-FR" sz="1750" dirty="0">
                <a:latin typeface="Avenir Next LT Pro" panose="020B0504020202020204" pitchFamily="34" charset="0"/>
              </a:rPr>
              <a:t>) par la base de données.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750" dirty="0">
              <a:latin typeface="Avenir Next LT Pro" panose="020B05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750" dirty="0">
                <a:latin typeface="Avenir Next LT Pro" panose="020B0504020202020204" pitchFamily="34" charset="0"/>
              </a:rPr>
              <a:t>Validation : Confirmation de Solidité du système face aux tentatives d'accès ou de modifications non autorisées.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32F3EAC-6E58-3A1C-C7CB-931982D0C8A7}"/>
              </a:ext>
            </a:extLst>
          </p:cNvPr>
          <p:cNvSpPr txBox="1"/>
          <p:nvPr/>
        </p:nvSpPr>
        <p:spPr>
          <a:xfrm>
            <a:off x="491886" y="1348501"/>
            <a:ext cx="918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50" dirty="0">
                <a:latin typeface="Avenir Next LT Pro" panose="020B0504020202020204" pitchFamily="34" charset="0"/>
              </a:rPr>
              <a:t>Tentative de modification illégitime des données de santé avec le profil "Analyste".</a:t>
            </a:r>
          </a:p>
        </p:txBody>
      </p:sp>
    </p:spTree>
    <p:extLst>
      <p:ext uri="{BB962C8B-B14F-4D97-AF65-F5344CB8AC3E}">
        <p14:creationId xmlns:p14="http://schemas.microsoft.com/office/powerpoint/2010/main" val="470285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F9B7C-658C-BB83-B72D-B28340785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5E0B0A4D-ABE4-0FB3-310E-D884B6866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032" y="2360774"/>
            <a:ext cx="4570588" cy="3695112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F59638E-09BA-8AA5-96F9-CCB221C2C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17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8B1C7D2-B3FC-5339-92C4-49F7C692B7D9}"/>
              </a:ext>
            </a:extLst>
          </p:cNvPr>
          <p:cNvSpPr txBox="1"/>
          <p:nvPr/>
        </p:nvSpPr>
        <p:spPr>
          <a:xfrm>
            <a:off x="660707" y="1564211"/>
            <a:ext cx="10894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L'intégralité du projet est documentée et disponible sur GitHub, offrant une base robuste pour de futurs déploiements.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CE28FD7-1F9E-264F-9652-D70913111844}"/>
              </a:ext>
            </a:extLst>
          </p:cNvPr>
          <p:cNvSpPr txBox="1"/>
          <p:nvPr/>
        </p:nvSpPr>
        <p:spPr>
          <a:xfrm>
            <a:off x="660707" y="305176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750" b="1" dirty="0">
                <a:latin typeface="Avenir Next LT Pro" panose="020B0504020202020204" pitchFamily="34" charset="0"/>
              </a:rPr>
              <a:t>Code &amp; Migration : </a:t>
            </a:r>
            <a:r>
              <a:rPr lang="fr-FR" sz="1750" dirty="0">
                <a:latin typeface="Avenir Next LT Pro" panose="020B0504020202020204" pitchFamily="34" charset="0"/>
              </a:rPr>
              <a:t>migrate.py et requirements.txt.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750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750" b="1" dirty="0">
                <a:latin typeface="Avenir Next LT Pro" panose="020B0504020202020204" pitchFamily="34" charset="0"/>
              </a:rPr>
              <a:t>Infrastructure &amp; Sécurité : </a:t>
            </a:r>
            <a:r>
              <a:rPr lang="fr-FR" sz="1750" dirty="0">
                <a:latin typeface="Avenir Next LT Pro" panose="020B0504020202020204" pitchFamily="34" charset="0"/>
              </a:rPr>
              <a:t>Dockerfile, docker-</a:t>
            </a:r>
            <a:r>
              <a:rPr lang="fr-FR" sz="1750" dirty="0" err="1">
                <a:latin typeface="Avenir Next LT Pro" panose="020B0504020202020204" pitchFamily="34" charset="0"/>
              </a:rPr>
              <a:t>compose.yml</a:t>
            </a:r>
            <a:r>
              <a:rPr lang="fr-FR" sz="1750" dirty="0">
                <a:latin typeface="Avenir Next LT Pro" panose="020B0504020202020204" pitchFamily="34" charset="0"/>
              </a:rPr>
              <a:t> et init-db.js.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750" b="1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750" b="1" dirty="0">
                <a:latin typeface="Avenir Next LT Pro" panose="020B0504020202020204" pitchFamily="34" charset="0"/>
              </a:rPr>
              <a:t>Documentation : </a:t>
            </a:r>
            <a:r>
              <a:rPr lang="fr-FR" sz="1750" dirty="0">
                <a:latin typeface="Avenir Next LT Pro" panose="020B0504020202020204" pitchFamily="34" charset="0"/>
              </a:rPr>
              <a:t>Readme.md (le guide d'utilisation).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9EB2BC4-4989-48B9-1C90-9E3A91CCAF1E}"/>
              </a:ext>
            </a:extLst>
          </p:cNvPr>
          <p:cNvSpPr txBox="1"/>
          <p:nvPr/>
        </p:nvSpPr>
        <p:spPr>
          <a:xfrm>
            <a:off x="422787" y="548198"/>
            <a:ext cx="690224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700" b="1" dirty="0">
                <a:latin typeface="Avenir Next LT Pro" panose="020B0504020202020204" pitchFamily="34" charset="0"/>
              </a:rPr>
              <a:t>Structure du Dépôt GitHub</a:t>
            </a:r>
          </a:p>
        </p:txBody>
      </p:sp>
    </p:spTree>
    <p:extLst>
      <p:ext uri="{BB962C8B-B14F-4D97-AF65-F5344CB8AC3E}">
        <p14:creationId xmlns:p14="http://schemas.microsoft.com/office/powerpoint/2010/main" val="560283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EA1A5-D138-5C97-8D2C-E2FCE929D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18280D8F-F22E-2F9E-3A8A-07FEDE76BC39}"/>
              </a:ext>
            </a:extLst>
          </p:cNvPr>
          <p:cNvSpPr txBox="1"/>
          <p:nvPr/>
        </p:nvSpPr>
        <p:spPr>
          <a:xfrm>
            <a:off x="432619" y="710070"/>
            <a:ext cx="264487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700" b="1" dirty="0">
                <a:solidFill>
                  <a:srgbClr val="F7F7F8"/>
                </a:solidFill>
                <a:latin typeface="Avenir Next LT Pro" panose="020B0504020202020204" pitchFamily="34" charset="0"/>
                <a:ea typeface="DM Sans Medium" pitchFamily="34" charset="-122"/>
                <a:cs typeface="DM Sans Medium" pitchFamily="34" charset="-120"/>
              </a:rPr>
              <a:t>Conclusion</a:t>
            </a:r>
            <a:endParaRPr lang="fr-FR" sz="2700" b="1" dirty="0">
              <a:latin typeface="Avenir Next LT Pro" panose="020B0504020202020204" pitchFamily="34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B8FAE29-EF22-DCD0-B701-6A23B4F6A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7E652-F4A8-406A-A41D-4BEFA8E44894}" type="slidenum">
              <a:rPr lang="fr-FR" smtClean="0"/>
              <a:t>18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1154A7D-D494-8301-37B9-6BC60CE14B65}"/>
              </a:ext>
            </a:extLst>
          </p:cNvPr>
          <p:cNvSpPr txBox="1"/>
          <p:nvPr/>
        </p:nvSpPr>
        <p:spPr>
          <a:xfrm>
            <a:off x="432619" y="2277296"/>
            <a:ext cx="11218607" cy="206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fr-FR" sz="1750" dirty="0">
                <a:latin typeface="Avenir Next LT Pro" panose="020B0504020202020204" pitchFamily="34" charset="0"/>
              </a:rPr>
              <a:t>Ce projet a permis de transformer un jeu de données brutes en une infrastructure NoSQL robuste et entièrement automatisée.</a:t>
            </a:r>
          </a:p>
          <a:p>
            <a:pPr algn="just">
              <a:lnSpc>
                <a:spcPct val="150000"/>
              </a:lnSpc>
              <a:buNone/>
            </a:pPr>
            <a:r>
              <a:rPr lang="fr-FR" sz="1750" dirty="0">
                <a:latin typeface="Avenir Next LT Pro" panose="020B0504020202020204" pitchFamily="34" charset="0"/>
              </a:rPr>
              <a:t>Grâce à </a:t>
            </a:r>
            <a:r>
              <a:rPr lang="fr-FR" sz="1750" b="1" dirty="0">
                <a:latin typeface="Avenir Next LT Pro" panose="020B0504020202020204" pitchFamily="34" charset="0"/>
              </a:rPr>
              <a:t>Docker</a:t>
            </a:r>
            <a:r>
              <a:rPr lang="fr-FR" sz="1750" dirty="0">
                <a:latin typeface="Avenir Next LT Pro" panose="020B0504020202020204" pitchFamily="34" charset="0"/>
              </a:rPr>
              <a:t> et </a:t>
            </a:r>
            <a:r>
              <a:rPr lang="fr-FR" sz="1750" b="1" dirty="0">
                <a:latin typeface="Avenir Next LT Pro" panose="020B0504020202020204" pitchFamily="34" charset="0"/>
              </a:rPr>
              <a:t>Docker Compose</a:t>
            </a:r>
            <a:r>
              <a:rPr lang="fr-FR" sz="1750" dirty="0">
                <a:latin typeface="Avenir Next LT Pro" panose="020B0504020202020204" pitchFamily="34" charset="0"/>
              </a:rPr>
              <a:t>, nous avons créé un environnement isolé et portable. Enfin, la stratégie </a:t>
            </a:r>
            <a:r>
              <a:rPr lang="fr-FR" sz="1750" b="1" dirty="0">
                <a:latin typeface="Avenir Next LT Pro" panose="020B0504020202020204" pitchFamily="34" charset="0"/>
              </a:rPr>
              <a:t>RBAC</a:t>
            </a:r>
            <a:r>
              <a:rPr lang="fr-FR" sz="1750" dirty="0">
                <a:latin typeface="Avenir Next LT Pro" panose="020B0504020202020204" pitchFamily="34" charset="0"/>
              </a:rPr>
              <a:t> assure une protection stricte des données, répondant ainsi aux exigences de sécurité indispensables au secteur médical.</a:t>
            </a:r>
          </a:p>
        </p:txBody>
      </p:sp>
    </p:spTree>
    <p:extLst>
      <p:ext uri="{BB962C8B-B14F-4D97-AF65-F5344CB8AC3E}">
        <p14:creationId xmlns:p14="http://schemas.microsoft.com/office/powerpoint/2010/main" val="814576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A3C38-C62A-8127-74E0-DE493A530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FF8A31F-0ADD-0FB0-3A94-D6EBBC0B55BF}"/>
              </a:ext>
            </a:extLst>
          </p:cNvPr>
          <p:cNvSpPr txBox="1"/>
          <p:nvPr/>
        </p:nvSpPr>
        <p:spPr>
          <a:xfrm>
            <a:off x="530943" y="2607278"/>
            <a:ext cx="4267200" cy="14726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atin typeface="+mj-lt"/>
                <a:ea typeface="+mj-ea"/>
                <a:cs typeface="+mj-cs"/>
              </a:rPr>
              <a:t>Merci de votre attention ! 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rcRect t="1563" r="2" b="21667"/>
          <a:stretch>
            <a:fillRect/>
          </a:stretch>
        </p:blipFill>
        <p:spPr>
          <a:xfrm>
            <a:off x="4913081" y="10"/>
            <a:ext cx="7275871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838DBA5-DF89-769F-9602-82BD5AF91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3B47E652-F4A8-406A-A41D-4BEFA8E44894}" type="slidenum">
              <a:rPr lang="en-US">
                <a:solidFill>
                  <a:srgbClr val="FFFFFF"/>
                </a:solidFill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19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43630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6270</TotalTime>
  <Words>1244</Words>
  <Application>Microsoft Office PowerPoint</Application>
  <PresentationFormat>Grand écran</PresentationFormat>
  <Paragraphs>143</Paragraphs>
  <Slides>19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9" baseType="lpstr">
      <vt:lpstr>Aptos</vt:lpstr>
      <vt:lpstr>Aptos Display</vt:lpstr>
      <vt:lpstr>Arial</vt:lpstr>
      <vt:lpstr>Avenir Next LT Pro</vt:lpstr>
      <vt:lpstr>Calibri</vt:lpstr>
      <vt:lpstr>Courier New</vt:lpstr>
      <vt:lpstr>DM Sans Medium</vt:lpstr>
      <vt:lpstr>Inter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Oumayma Selmen</dc:creator>
  <cp:lastModifiedBy>Oumayma Selmen</cp:lastModifiedBy>
  <cp:revision>1</cp:revision>
  <dcterms:created xsi:type="dcterms:W3CDTF">2026-01-09T10:50:44Z</dcterms:created>
  <dcterms:modified xsi:type="dcterms:W3CDTF">2026-01-23T15:54:29Z</dcterms:modified>
</cp:coreProperties>
</file>